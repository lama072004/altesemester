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707" r:id="rId2"/>
    <p:sldId id="732" r:id="rId3"/>
    <p:sldId id="725" r:id="rId4"/>
    <p:sldId id="730" r:id="rId5"/>
    <p:sldId id="726" r:id="rId6"/>
    <p:sldId id="729" r:id="rId7"/>
    <p:sldId id="734" r:id="rId8"/>
    <p:sldId id="733" r:id="rId9"/>
    <p:sldId id="731" r:id="rId10"/>
    <p:sldId id="728" r:id="rId11"/>
    <p:sldId id="723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FF1"/>
    <a:srgbClr val="ED6E4C"/>
    <a:srgbClr val="FFDC5F"/>
    <a:srgbClr val="C0A1CC"/>
    <a:srgbClr val="EE7551"/>
    <a:srgbClr val="C0A9D2"/>
    <a:srgbClr val="AD90B7"/>
    <a:srgbClr val="FDD462"/>
    <a:srgbClr val="84C5E2"/>
    <a:srgbClr val="E46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67B7E9-AA0D-4856-A4EA-894B47D65E6D}" v="781" dt="2023-06-23T10:05:26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13" autoAdjust="0"/>
    <p:restoredTop sz="94694"/>
  </p:normalViewPr>
  <p:slideViewPr>
    <p:cSldViewPr snapToGrid="0" snapToObjects="1">
      <p:cViewPr varScale="1">
        <p:scale>
          <a:sx n="78" d="100"/>
          <a:sy n="78" d="100"/>
        </p:scale>
        <p:origin x="112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UZE Michael" userId="7745a197-f4b0-4247-9e69-96976d9a4300" providerId="ADAL" clId="{1967B7E9-AA0D-4856-A4EA-894B47D65E6D}"/>
    <pc:docChg chg="undo redo custSel addSld delSld modSld sldOrd addSection delSection">
      <pc:chgData name="GEUZE Michael" userId="7745a197-f4b0-4247-9e69-96976d9a4300" providerId="ADAL" clId="{1967B7E9-AA0D-4856-A4EA-894B47D65E6D}" dt="2023-06-23T10:05:26.301" v="3773" actId="20577"/>
      <pc:docMkLst>
        <pc:docMk/>
      </pc:docMkLst>
      <pc:sldChg chg="modSp mod">
        <pc:chgData name="GEUZE Michael" userId="7745a197-f4b0-4247-9e69-96976d9a4300" providerId="ADAL" clId="{1967B7E9-AA0D-4856-A4EA-894B47D65E6D}" dt="2023-06-22T09:53:40.274" v="2972" actId="14100"/>
        <pc:sldMkLst>
          <pc:docMk/>
          <pc:sldMk cId="1997982663" sldId="707"/>
        </pc:sldMkLst>
        <pc:spChg chg="mod">
          <ac:chgData name="GEUZE Michael" userId="7745a197-f4b0-4247-9e69-96976d9a4300" providerId="ADAL" clId="{1967B7E9-AA0D-4856-A4EA-894B47D65E6D}" dt="2023-06-22T09:53:40.274" v="2972" actId="14100"/>
          <ac:spMkLst>
            <pc:docMk/>
            <pc:sldMk cId="1997982663" sldId="707"/>
            <ac:spMk id="4" creationId="{C08E8184-8488-4ED8-8D62-144B4F7AE05B}"/>
          </ac:spMkLst>
        </pc:spChg>
        <pc:spChg chg="mod">
          <ac:chgData name="GEUZE Michael" userId="7745a197-f4b0-4247-9e69-96976d9a4300" providerId="ADAL" clId="{1967B7E9-AA0D-4856-A4EA-894B47D65E6D}" dt="2023-06-20T15:29:14.700" v="94" actId="20577"/>
          <ac:spMkLst>
            <pc:docMk/>
            <pc:sldMk cId="1997982663" sldId="707"/>
            <ac:spMk id="6" creationId="{59F82932-9255-88EC-D9D5-A40E1EB2904F}"/>
          </ac:spMkLst>
        </pc:spChg>
      </pc:sldChg>
      <pc:sldChg chg="del">
        <pc:chgData name="GEUZE Michael" userId="7745a197-f4b0-4247-9e69-96976d9a4300" providerId="ADAL" clId="{1967B7E9-AA0D-4856-A4EA-894B47D65E6D}" dt="2023-06-22T09:05:43.826" v="2258" actId="47"/>
        <pc:sldMkLst>
          <pc:docMk/>
          <pc:sldMk cId="2823869314" sldId="714"/>
        </pc:sldMkLst>
      </pc:sldChg>
      <pc:sldChg chg="addSp modSp mod">
        <pc:chgData name="GEUZE Michael" userId="7745a197-f4b0-4247-9e69-96976d9a4300" providerId="ADAL" clId="{1967B7E9-AA0D-4856-A4EA-894B47D65E6D}" dt="2023-06-22T09:53:06.343" v="2906" actId="1076"/>
        <pc:sldMkLst>
          <pc:docMk/>
          <pc:sldMk cId="921753793" sldId="723"/>
        </pc:sldMkLst>
        <pc:spChg chg="add mod">
          <ac:chgData name="GEUZE Michael" userId="7745a197-f4b0-4247-9e69-96976d9a4300" providerId="ADAL" clId="{1967B7E9-AA0D-4856-A4EA-894B47D65E6D}" dt="2023-06-22T09:53:06.343" v="2906" actId="1076"/>
          <ac:spMkLst>
            <pc:docMk/>
            <pc:sldMk cId="921753793" sldId="723"/>
            <ac:spMk id="2" creationId="{3E065C14-D4F1-B373-94C2-0258C8808899}"/>
          </ac:spMkLst>
        </pc:spChg>
        <pc:spChg chg="mod">
          <ac:chgData name="GEUZE Michael" userId="7745a197-f4b0-4247-9e69-96976d9a4300" providerId="ADAL" clId="{1967B7E9-AA0D-4856-A4EA-894B47D65E6D}" dt="2023-06-22T09:06:13.095" v="2281" actId="20577"/>
          <ac:spMkLst>
            <pc:docMk/>
            <pc:sldMk cId="921753793" sldId="723"/>
            <ac:spMk id="3" creationId="{E2302090-673E-5587-293F-156485D2F677}"/>
          </ac:spMkLst>
        </pc:spChg>
      </pc:sldChg>
      <pc:sldChg chg="modSp del mod">
        <pc:chgData name="GEUZE Michael" userId="7745a197-f4b0-4247-9e69-96976d9a4300" providerId="ADAL" clId="{1967B7E9-AA0D-4856-A4EA-894B47D65E6D}" dt="2023-06-22T09:56:44.058" v="3018" actId="47"/>
        <pc:sldMkLst>
          <pc:docMk/>
          <pc:sldMk cId="1502931741" sldId="724"/>
        </pc:sldMkLst>
        <pc:spChg chg="mod">
          <ac:chgData name="GEUZE Michael" userId="7745a197-f4b0-4247-9e69-96976d9a4300" providerId="ADAL" clId="{1967B7E9-AA0D-4856-A4EA-894B47D65E6D}" dt="2023-06-20T15:37:57.831" v="104" actId="20577"/>
          <ac:spMkLst>
            <pc:docMk/>
            <pc:sldMk cId="1502931741" sldId="724"/>
            <ac:spMk id="4" creationId="{E65F5121-4E76-7A0F-FB33-A7CFC86D235E}"/>
          </ac:spMkLst>
        </pc:spChg>
      </pc:sldChg>
      <pc:sldChg chg="addSp delSp modSp new mod modClrScheme modAnim chgLayout">
        <pc:chgData name="GEUZE Michael" userId="7745a197-f4b0-4247-9e69-96976d9a4300" providerId="ADAL" clId="{1967B7E9-AA0D-4856-A4EA-894B47D65E6D}" dt="2023-06-22T09:53:54.752" v="2973"/>
        <pc:sldMkLst>
          <pc:docMk/>
          <pc:sldMk cId="348587596" sldId="725"/>
        </pc:sldMkLst>
        <pc:spChg chg="add mod">
          <ac:chgData name="GEUZE Michael" userId="7745a197-f4b0-4247-9e69-96976d9a4300" providerId="ADAL" clId="{1967B7E9-AA0D-4856-A4EA-894B47D65E6D}" dt="2023-06-22T09:53:54.752" v="2973"/>
          <ac:spMkLst>
            <pc:docMk/>
            <pc:sldMk cId="348587596" sldId="725"/>
            <ac:spMk id="2" creationId="{4FE560FB-3F48-CA4D-6242-BEA285AB38F6}"/>
          </ac:spMkLst>
        </pc:spChg>
        <pc:spChg chg="del mod ord">
          <ac:chgData name="GEUZE Michael" userId="7745a197-f4b0-4247-9e69-96976d9a4300" providerId="ADAL" clId="{1967B7E9-AA0D-4856-A4EA-894B47D65E6D}" dt="2023-06-20T15:38:09.537" v="106" actId="700"/>
          <ac:spMkLst>
            <pc:docMk/>
            <pc:sldMk cId="348587596" sldId="725"/>
            <ac:spMk id="2" creationId="{9A7E69EC-4CDE-69B1-F09A-10E0C88E35FD}"/>
          </ac:spMkLst>
        </pc:spChg>
        <pc:spChg chg="add mod ord">
          <ac:chgData name="GEUZE Michael" userId="7745a197-f4b0-4247-9e69-96976d9a4300" providerId="ADAL" clId="{1967B7E9-AA0D-4856-A4EA-894B47D65E6D}" dt="2023-06-21T09:17:35.434" v="639" actId="14100"/>
          <ac:spMkLst>
            <pc:docMk/>
            <pc:sldMk cId="348587596" sldId="725"/>
            <ac:spMk id="3" creationId="{57386D91-E672-FBAD-648A-8410284F32AF}"/>
          </ac:spMkLst>
        </pc:spChg>
        <pc:spChg chg="add mod ord">
          <ac:chgData name="GEUZE Michael" userId="7745a197-f4b0-4247-9e69-96976d9a4300" providerId="ADAL" clId="{1967B7E9-AA0D-4856-A4EA-894B47D65E6D}" dt="2023-06-22T09:14:19.855" v="2449" actId="20577"/>
          <ac:spMkLst>
            <pc:docMk/>
            <pc:sldMk cId="348587596" sldId="725"/>
            <ac:spMk id="4" creationId="{5F63F1EB-2DBE-566F-AAFF-A459575CFDF8}"/>
          </ac:spMkLst>
        </pc:spChg>
      </pc:sldChg>
      <pc:sldChg chg="del">
        <pc:chgData name="GEUZE Michael" userId="7745a197-f4b0-4247-9e69-96976d9a4300" providerId="ADAL" clId="{1967B7E9-AA0D-4856-A4EA-894B47D65E6D}" dt="2023-06-20T15:27:11.446" v="0" actId="47"/>
        <pc:sldMkLst>
          <pc:docMk/>
          <pc:sldMk cId="978976043" sldId="726"/>
        </pc:sldMkLst>
      </pc:sldChg>
      <pc:sldChg chg="addSp delSp modSp new mod modAnim">
        <pc:chgData name="GEUZE Michael" userId="7745a197-f4b0-4247-9e69-96976d9a4300" providerId="ADAL" clId="{1967B7E9-AA0D-4856-A4EA-894B47D65E6D}" dt="2023-06-22T16:00:37.971" v="3073"/>
        <pc:sldMkLst>
          <pc:docMk/>
          <pc:sldMk cId="2982865199" sldId="726"/>
        </pc:sldMkLst>
        <pc:spChg chg="mod">
          <ac:chgData name="GEUZE Michael" userId="7745a197-f4b0-4247-9e69-96976d9a4300" providerId="ADAL" clId="{1967B7E9-AA0D-4856-A4EA-894B47D65E6D}" dt="2023-06-21T10:13:23.666" v="1542" actId="20577"/>
          <ac:spMkLst>
            <pc:docMk/>
            <pc:sldMk cId="2982865199" sldId="726"/>
            <ac:spMk id="2" creationId="{8768E752-4383-03A7-9FFB-97F63DD7A331}"/>
          </ac:spMkLst>
        </pc:spChg>
        <pc:spChg chg="mod">
          <ac:chgData name="GEUZE Michael" userId="7745a197-f4b0-4247-9e69-96976d9a4300" providerId="ADAL" clId="{1967B7E9-AA0D-4856-A4EA-894B47D65E6D}" dt="2023-06-21T09:32:22.130" v="855" actId="790"/>
          <ac:spMkLst>
            <pc:docMk/>
            <pc:sldMk cId="2982865199" sldId="726"/>
            <ac:spMk id="3" creationId="{35028D5E-6EF5-6869-8C2C-EDFD4AAD0508}"/>
          </ac:spMkLst>
        </pc:spChg>
        <pc:graphicFrameChg chg="add del mod">
          <ac:chgData name="GEUZE Michael" userId="7745a197-f4b0-4247-9e69-96976d9a4300" providerId="ADAL" clId="{1967B7E9-AA0D-4856-A4EA-894B47D65E6D}" dt="2023-06-21T09:43:06.230" v="1115" actId="12084"/>
          <ac:graphicFrameMkLst>
            <pc:docMk/>
            <pc:sldMk cId="2982865199" sldId="726"/>
            <ac:graphicFrameMk id="9" creationId="{5EB547E7-AB85-F931-880E-45F5823AA1C1}"/>
          </ac:graphicFrameMkLst>
        </pc:graphicFrameChg>
        <pc:graphicFrameChg chg="add mod modGraphic">
          <ac:chgData name="GEUZE Michael" userId="7745a197-f4b0-4247-9e69-96976d9a4300" providerId="ADAL" clId="{1967B7E9-AA0D-4856-A4EA-894B47D65E6D}" dt="2023-06-21T09:53:52.855" v="1275" actId="20577"/>
          <ac:graphicFrameMkLst>
            <pc:docMk/>
            <pc:sldMk cId="2982865199" sldId="726"/>
            <ac:graphicFrameMk id="10" creationId="{B7B0A5CB-5B7B-BDE8-9790-8A5787303BBF}"/>
          </ac:graphicFrameMkLst>
        </pc:graphicFrameChg>
        <pc:picChg chg="add del mod modCrop">
          <ac:chgData name="GEUZE Michael" userId="7745a197-f4b0-4247-9e69-96976d9a4300" providerId="ADAL" clId="{1967B7E9-AA0D-4856-A4EA-894B47D65E6D}" dt="2023-06-21T09:30:41.758" v="819" actId="21"/>
          <ac:picMkLst>
            <pc:docMk/>
            <pc:sldMk cId="2982865199" sldId="726"/>
            <ac:picMk id="6" creationId="{AEEC4C3C-DDA5-8D01-2940-2BDD02BAE9A6}"/>
          </ac:picMkLst>
        </pc:picChg>
        <pc:picChg chg="add del mod modCrop">
          <ac:chgData name="GEUZE Michael" userId="7745a197-f4b0-4247-9e69-96976d9a4300" providerId="ADAL" clId="{1967B7E9-AA0D-4856-A4EA-894B47D65E6D}" dt="2023-06-21T09:43:30.117" v="1117" actId="12084"/>
          <ac:picMkLst>
            <pc:docMk/>
            <pc:sldMk cId="2982865199" sldId="726"/>
            <ac:picMk id="8" creationId="{1401C6B6-65EE-7CB0-1377-237EE49EE69E}"/>
          </ac:picMkLst>
        </pc:picChg>
      </pc:sldChg>
      <pc:sldChg chg="del">
        <pc:chgData name="GEUZE Michael" userId="7745a197-f4b0-4247-9e69-96976d9a4300" providerId="ADAL" clId="{1967B7E9-AA0D-4856-A4EA-894B47D65E6D}" dt="2023-06-20T15:27:11.446" v="0" actId="47"/>
        <pc:sldMkLst>
          <pc:docMk/>
          <pc:sldMk cId="1549191943" sldId="727"/>
        </pc:sldMkLst>
      </pc:sldChg>
      <pc:sldChg chg="addSp delSp modSp new del mod modClrScheme chgLayout">
        <pc:chgData name="GEUZE Michael" userId="7745a197-f4b0-4247-9e69-96976d9a4300" providerId="ADAL" clId="{1967B7E9-AA0D-4856-A4EA-894B47D65E6D}" dt="2023-06-21T10:13:29.487" v="1543" actId="2696"/>
        <pc:sldMkLst>
          <pc:docMk/>
          <pc:sldMk cId="1862894376" sldId="727"/>
        </pc:sldMkLst>
        <pc:spChg chg="del 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2" creationId="{62C571C4-1AB1-64F7-636A-A90E1D50960E}"/>
          </ac:spMkLst>
        </pc:spChg>
        <pc:spChg chg="del 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3" creationId="{43BFF48A-272D-CC79-EE96-DEC7C3E8EFB8}"/>
          </ac:spMkLst>
        </pc:spChg>
        <pc:spChg chg="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4" creationId="{6B1EE81A-7A32-2187-7B7D-8434CFF0FE02}"/>
          </ac:spMkLst>
        </pc:spChg>
        <pc:spChg chg="add 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5" creationId="{044CC881-0D0F-2E0B-5F9F-FF5223D55E6C}"/>
          </ac:spMkLst>
        </pc:spChg>
        <pc:spChg chg="add 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6" creationId="{940D0A9A-08E9-4CEA-F5A9-9CF432055567}"/>
          </ac:spMkLst>
        </pc:spChg>
        <pc:spChg chg="add mod ord">
          <ac:chgData name="GEUZE Michael" userId="7745a197-f4b0-4247-9e69-96976d9a4300" providerId="ADAL" clId="{1967B7E9-AA0D-4856-A4EA-894B47D65E6D}" dt="2023-06-21T09:44:38.477" v="1157" actId="700"/>
          <ac:spMkLst>
            <pc:docMk/>
            <pc:sldMk cId="1862894376" sldId="727"/>
            <ac:spMk id="7" creationId="{46614578-A21F-B898-B1D3-36B273F2D7EC}"/>
          </ac:spMkLst>
        </pc:spChg>
      </pc:sldChg>
      <pc:sldChg chg="addSp delSp modSp new mod modClrScheme chgLayout">
        <pc:chgData name="GEUZE Michael" userId="7745a197-f4b0-4247-9e69-96976d9a4300" providerId="ADAL" clId="{1967B7E9-AA0D-4856-A4EA-894B47D65E6D}" dt="2023-06-22T16:13:38.337" v="3088" actId="3626"/>
        <pc:sldMkLst>
          <pc:docMk/>
          <pc:sldMk cId="824664350" sldId="728"/>
        </pc:sldMkLst>
        <pc:spChg chg="del mod ord">
          <ac:chgData name="GEUZE Michael" userId="7745a197-f4b0-4247-9e69-96976d9a4300" providerId="ADAL" clId="{1967B7E9-AA0D-4856-A4EA-894B47D65E6D}" dt="2023-06-21T09:45:29.699" v="1174" actId="700"/>
          <ac:spMkLst>
            <pc:docMk/>
            <pc:sldMk cId="824664350" sldId="728"/>
            <ac:spMk id="2" creationId="{A8F6B620-9D78-6D5E-3E03-1CD05B512F93}"/>
          </ac:spMkLst>
        </pc:spChg>
        <pc:spChg chg="del">
          <ac:chgData name="GEUZE Michael" userId="7745a197-f4b0-4247-9e69-96976d9a4300" providerId="ADAL" clId="{1967B7E9-AA0D-4856-A4EA-894B47D65E6D}" dt="2023-06-21T09:45:29.699" v="1174" actId="700"/>
          <ac:spMkLst>
            <pc:docMk/>
            <pc:sldMk cId="824664350" sldId="728"/>
            <ac:spMk id="3" creationId="{AA4F1B23-BB44-FD36-B377-580FD357F6B9}"/>
          </ac:spMkLst>
        </pc:spChg>
        <pc:spChg chg="del mod ord">
          <ac:chgData name="GEUZE Michael" userId="7745a197-f4b0-4247-9e69-96976d9a4300" providerId="ADAL" clId="{1967B7E9-AA0D-4856-A4EA-894B47D65E6D}" dt="2023-06-21T09:45:29.699" v="1174" actId="700"/>
          <ac:spMkLst>
            <pc:docMk/>
            <pc:sldMk cId="824664350" sldId="728"/>
            <ac:spMk id="4" creationId="{872CAC91-4CA4-27B2-E001-3609D8AC91C8}"/>
          </ac:spMkLst>
        </pc:spChg>
        <pc:spChg chg="mod ord">
          <ac:chgData name="GEUZE Michael" userId="7745a197-f4b0-4247-9e69-96976d9a4300" providerId="ADAL" clId="{1967B7E9-AA0D-4856-A4EA-894B47D65E6D}" dt="2023-06-21T09:45:29.699" v="1174" actId="700"/>
          <ac:spMkLst>
            <pc:docMk/>
            <pc:sldMk cId="824664350" sldId="728"/>
            <ac:spMk id="5" creationId="{E6C2A93D-D447-45D1-969A-965868F2C5EF}"/>
          </ac:spMkLst>
        </pc:spChg>
        <pc:spChg chg="add mod ord">
          <ac:chgData name="GEUZE Michael" userId="7745a197-f4b0-4247-9e69-96976d9a4300" providerId="ADAL" clId="{1967B7E9-AA0D-4856-A4EA-894B47D65E6D}" dt="2023-06-21T09:45:34.375" v="1194" actId="20577"/>
          <ac:spMkLst>
            <pc:docMk/>
            <pc:sldMk cId="824664350" sldId="728"/>
            <ac:spMk id="6" creationId="{BE69B163-D8AA-27E9-5341-28D550269EFD}"/>
          </ac:spMkLst>
        </pc:spChg>
        <pc:spChg chg="add mod ord">
          <ac:chgData name="GEUZE Michael" userId="7745a197-f4b0-4247-9e69-96976d9a4300" providerId="ADAL" clId="{1967B7E9-AA0D-4856-A4EA-894B47D65E6D}" dt="2023-06-22T16:13:38.337" v="3088" actId="3626"/>
          <ac:spMkLst>
            <pc:docMk/>
            <pc:sldMk cId="824664350" sldId="728"/>
            <ac:spMk id="7" creationId="{18731BD6-DD83-8C94-6B6C-2E4E88D2B887}"/>
          </ac:spMkLst>
        </pc:spChg>
      </pc:sldChg>
      <pc:sldChg chg="del">
        <pc:chgData name="GEUZE Michael" userId="7745a197-f4b0-4247-9e69-96976d9a4300" providerId="ADAL" clId="{1967B7E9-AA0D-4856-A4EA-894B47D65E6D}" dt="2023-06-20T15:27:11.446" v="0" actId="47"/>
        <pc:sldMkLst>
          <pc:docMk/>
          <pc:sldMk cId="3795307193" sldId="728"/>
        </pc:sldMkLst>
      </pc:sldChg>
      <pc:sldChg chg="del">
        <pc:chgData name="GEUZE Michael" userId="7745a197-f4b0-4247-9e69-96976d9a4300" providerId="ADAL" clId="{1967B7E9-AA0D-4856-A4EA-894B47D65E6D}" dt="2023-06-20T15:27:11.446" v="0" actId="47"/>
        <pc:sldMkLst>
          <pc:docMk/>
          <pc:sldMk cId="506325709" sldId="729"/>
        </pc:sldMkLst>
      </pc:sldChg>
      <pc:sldChg chg="modSp add mod modAnim">
        <pc:chgData name="GEUZE Michael" userId="7745a197-f4b0-4247-9e69-96976d9a4300" providerId="ADAL" clId="{1967B7E9-AA0D-4856-A4EA-894B47D65E6D}" dt="2023-06-22T16:10:55.530" v="3075"/>
        <pc:sldMkLst>
          <pc:docMk/>
          <pc:sldMk cId="2692005028" sldId="729"/>
        </pc:sldMkLst>
        <pc:spChg chg="mod">
          <ac:chgData name="GEUZE Michael" userId="7745a197-f4b0-4247-9e69-96976d9a4300" providerId="ADAL" clId="{1967B7E9-AA0D-4856-A4EA-894B47D65E6D}" dt="2023-06-22T10:04:16.182" v="3070" actId="20577"/>
          <ac:spMkLst>
            <pc:docMk/>
            <pc:sldMk cId="2692005028" sldId="729"/>
            <ac:spMk id="2" creationId="{8768E752-4383-03A7-9FFB-97F63DD7A331}"/>
          </ac:spMkLst>
        </pc:spChg>
        <pc:spChg chg="mod">
          <ac:chgData name="GEUZE Michael" userId="7745a197-f4b0-4247-9e69-96976d9a4300" providerId="ADAL" clId="{1967B7E9-AA0D-4856-A4EA-894B47D65E6D}" dt="2023-06-21T09:56:39.299" v="1408" actId="20577"/>
          <ac:spMkLst>
            <pc:docMk/>
            <pc:sldMk cId="2692005028" sldId="729"/>
            <ac:spMk id="3" creationId="{35028D5E-6EF5-6869-8C2C-EDFD4AAD0508}"/>
          </ac:spMkLst>
        </pc:spChg>
        <pc:graphicFrameChg chg="mod">
          <ac:chgData name="GEUZE Michael" userId="7745a197-f4b0-4247-9e69-96976d9a4300" providerId="ADAL" clId="{1967B7E9-AA0D-4856-A4EA-894B47D65E6D}" dt="2023-06-21T09:56:53.565" v="1417" actId="20577"/>
          <ac:graphicFrameMkLst>
            <pc:docMk/>
            <pc:sldMk cId="2692005028" sldId="729"/>
            <ac:graphicFrameMk id="10" creationId="{B7B0A5CB-5B7B-BDE8-9790-8A5787303BBF}"/>
          </ac:graphicFrameMkLst>
        </pc:graphicFrameChg>
      </pc:sldChg>
      <pc:sldChg chg="modSp new mod modAnim">
        <pc:chgData name="GEUZE Michael" userId="7745a197-f4b0-4247-9e69-96976d9a4300" providerId="ADAL" clId="{1967B7E9-AA0D-4856-A4EA-894B47D65E6D}" dt="2023-06-22T16:52:18.412" v="3522" actId="5793"/>
        <pc:sldMkLst>
          <pc:docMk/>
          <pc:sldMk cId="2113923848" sldId="730"/>
        </pc:sldMkLst>
        <pc:spChg chg="mod">
          <ac:chgData name="GEUZE Michael" userId="7745a197-f4b0-4247-9e69-96976d9a4300" providerId="ADAL" clId="{1967B7E9-AA0D-4856-A4EA-894B47D65E6D}" dt="2023-06-22T16:52:18.412" v="3522" actId="5793"/>
          <ac:spMkLst>
            <pc:docMk/>
            <pc:sldMk cId="2113923848" sldId="730"/>
            <ac:spMk id="2" creationId="{926508F5-67D9-145A-166B-D42F0F309ED3}"/>
          </ac:spMkLst>
        </pc:spChg>
        <pc:spChg chg="mod">
          <ac:chgData name="GEUZE Michael" userId="7745a197-f4b0-4247-9e69-96976d9a4300" providerId="ADAL" clId="{1967B7E9-AA0D-4856-A4EA-894B47D65E6D}" dt="2023-06-21T10:14:34.300" v="1608" actId="20577"/>
          <ac:spMkLst>
            <pc:docMk/>
            <pc:sldMk cId="2113923848" sldId="730"/>
            <ac:spMk id="3" creationId="{81F2ADE5-5A62-30C7-3CEA-EF11B0E82F99}"/>
          </ac:spMkLst>
        </pc:spChg>
      </pc:sldChg>
      <pc:sldChg chg="del">
        <pc:chgData name="GEUZE Michael" userId="7745a197-f4b0-4247-9e69-96976d9a4300" providerId="ADAL" clId="{1967B7E9-AA0D-4856-A4EA-894B47D65E6D}" dt="2023-06-20T15:27:11.446" v="0" actId="47"/>
        <pc:sldMkLst>
          <pc:docMk/>
          <pc:sldMk cId="2152231840" sldId="730"/>
        </pc:sldMkLst>
      </pc:sldChg>
      <pc:sldChg chg="addSp delSp modSp new mod ord modClrScheme chgLayout">
        <pc:chgData name="GEUZE Michael" userId="7745a197-f4b0-4247-9e69-96976d9a4300" providerId="ADAL" clId="{1967B7E9-AA0D-4856-A4EA-894B47D65E6D}" dt="2023-06-22T09:54:14.813" v="2985" actId="478"/>
        <pc:sldMkLst>
          <pc:docMk/>
          <pc:sldMk cId="930035563" sldId="731"/>
        </pc:sldMkLst>
        <pc:spChg chg="del mod ord">
          <ac:chgData name="GEUZE Michael" userId="7745a197-f4b0-4247-9e69-96976d9a4300" providerId="ADAL" clId="{1967B7E9-AA0D-4856-A4EA-894B47D65E6D}" dt="2023-06-22T09:05:59.972" v="2260" actId="700"/>
          <ac:spMkLst>
            <pc:docMk/>
            <pc:sldMk cId="930035563" sldId="731"/>
            <ac:spMk id="2" creationId="{239E3AAA-F41D-EEA0-FE61-02225DCA8B4B}"/>
          </ac:spMkLst>
        </pc:spChg>
        <pc:spChg chg="del">
          <ac:chgData name="GEUZE Michael" userId="7745a197-f4b0-4247-9e69-96976d9a4300" providerId="ADAL" clId="{1967B7E9-AA0D-4856-A4EA-894B47D65E6D}" dt="2023-06-22T09:05:59.972" v="2260" actId="700"/>
          <ac:spMkLst>
            <pc:docMk/>
            <pc:sldMk cId="930035563" sldId="731"/>
            <ac:spMk id="3" creationId="{BCCC5321-088E-F25A-83F9-21A65B9ACA6E}"/>
          </ac:spMkLst>
        </pc:spChg>
        <pc:spChg chg="del mod ord">
          <ac:chgData name="GEUZE Michael" userId="7745a197-f4b0-4247-9e69-96976d9a4300" providerId="ADAL" clId="{1967B7E9-AA0D-4856-A4EA-894B47D65E6D}" dt="2023-06-22T09:52:44.194" v="2893" actId="478"/>
          <ac:spMkLst>
            <pc:docMk/>
            <pc:sldMk cId="930035563" sldId="731"/>
            <ac:spMk id="4" creationId="{CB29B56E-FD74-F3BE-ECFE-718077C3D218}"/>
          </ac:spMkLst>
        </pc:spChg>
        <pc:spChg chg="add mod ord">
          <ac:chgData name="GEUZE Michael" userId="7745a197-f4b0-4247-9e69-96976d9a4300" providerId="ADAL" clId="{1967B7E9-AA0D-4856-A4EA-894B47D65E6D}" dt="2023-06-22T09:52:26.465" v="2892" actId="20577"/>
          <ac:spMkLst>
            <pc:docMk/>
            <pc:sldMk cId="930035563" sldId="731"/>
            <ac:spMk id="5" creationId="{DEE1DE8D-1DB5-7D20-8E65-942E14C405FD}"/>
          </ac:spMkLst>
        </pc:spChg>
        <pc:spChg chg="add del mod">
          <ac:chgData name="GEUZE Michael" userId="7745a197-f4b0-4247-9e69-96976d9a4300" providerId="ADAL" clId="{1967B7E9-AA0D-4856-A4EA-894B47D65E6D}" dt="2023-06-22T09:54:14.813" v="2985" actId="478"/>
          <ac:spMkLst>
            <pc:docMk/>
            <pc:sldMk cId="930035563" sldId="731"/>
            <ac:spMk id="6" creationId="{3884D3C8-BA02-DA3F-981D-54CC08D3CB9C}"/>
          </ac:spMkLst>
        </pc:spChg>
      </pc:sldChg>
      <pc:sldChg chg="new del">
        <pc:chgData name="GEUZE Michael" userId="7745a197-f4b0-4247-9e69-96976d9a4300" providerId="ADAL" clId="{1967B7E9-AA0D-4856-A4EA-894B47D65E6D}" dt="2023-06-22T09:06:28.566" v="2283" actId="47"/>
        <pc:sldMkLst>
          <pc:docMk/>
          <pc:sldMk cId="1988987548" sldId="732"/>
        </pc:sldMkLst>
      </pc:sldChg>
      <pc:sldChg chg="addSp delSp modSp new mod modClrScheme modAnim chgLayout">
        <pc:chgData name="GEUZE Michael" userId="7745a197-f4b0-4247-9e69-96976d9a4300" providerId="ADAL" clId="{1967B7E9-AA0D-4856-A4EA-894B47D65E6D}" dt="2023-06-23T10:05:26.301" v="3773" actId="20577"/>
        <pc:sldMkLst>
          <pc:docMk/>
          <pc:sldMk cId="3493068173" sldId="732"/>
        </pc:sldMkLst>
        <pc:spChg chg="del mod ord">
          <ac:chgData name="GEUZE Michael" userId="7745a197-f4b0-4247-9e69-96976d9a4300" providerId="ADAL" clId="{1967B7E9-AA0D-4856-A4EA-894B47D65E6D}" dt="2023-06-22T09:11:16.777" v="2369" actId="700"/>
          <ac:spMkLst>
            <pc:docMk/>
            <pc:sldMk cId="3493068173" sldId="732"/>
            <ac:spMk id="2" creationId="{E386F47B-6565-7348-88A5-D6DBF15C90A5}"/>
          </ac:spMkLst>
        </pc:spChg>
        <pc:spChg chg="add mod ord">
          <ac:chgData name="GEUZE Michael" userId="7745a197-f4b0-4247-9e69-96976d9a4300" providerId="ADAL" clId="{1967B7E9-AA0D-4856-A4EA-894B47D65E6D}" dt="2023-06-22T16:13:48.813" v="3094" actId="20577"/>
          <ac:spMkLst>
            <pc:docMk/>
            <pc:sldMk cId="3493068173" sldId="732"/>
            <ac:spMk id="3" creationId="{6BA2FE91-3283-BC29-E9ED-9F9DC7DA39A0}"/>
          </ac:spMkLst>
        </pc:spChg>
        <pc:spChg chg="add mod ord">
          <ac:chgData name="GEUZE Michael" userId="7745a197-f4b0-4247-9e69-96976d9a4300" providerId="ADAL" clId="{1967B7E9-AA0D-4856-A4EA-894B47D65E6D}" dt="2023-06-23T10:05:26.301" v="3773" actId="20577"/>
          <ac:spMkLst>
            <pc:docMk/>
            <pc:sldMk cId="3493068173" sldId="732"/>
            <ac:spMk id="4" creationId="{2611A2E8-579A-61E2-79AD-7F13CC94F896}"/>
          </ac:spMkLst>
        </pc:spChg>
        <pc:spChg chg="add mod">
          <ac:chgData name="GEUZE Michael" userId="7745a197-f4b0-4247-9e69-96976d9a4300" providerId="ADAL" clId="{1967B7E9-AA0D-4856-A4EA-894B47D65E6D}" dt="2023-06-22T09:53:56.422" v="2974"/>
          <ac:spMkLst>
            <pc:docMk/>
            <pc:sldMk cId="3493068173" sldId="732"/>
            <ac:spMk id="5" creationId="{03FCA7CC-DFBA-EA42-F2D0-D38310AA1A0A}"/>
          </ac:spMkLst>
        </pc:spChg>
      </pc:sldChg>
      <pc:sldChg chg="addSp delSp modSp new mod delAnim modAnim">
        <pc:chgData name="GEUZE Michael" userId="7745a197-f4b0-4247-9e69-96976d9a4300" providerId="ADAL" clId="{1967B7E9-AA0D-4856-A4EA-894B47D65E6D}" dt="2023-06-22T17:20:15.629" v="3765" actId="20577"/>
        <pc:sldMkLst>
          <pc:docMk/>
          <pc:sldMk cId="1268750117" sldId="733"/>
        </pc:sldMkLst>
        <pc:spChg chg="mod">
          <ac:chgData name="GEUZE Michael" userId="7745a197-f4b0-4247-9e69-96976d9a4300" providerId="ADAL" clId="{1967B7E9-AA0D-4856-A4EA-894B47D65E6D}" dt="2023-06-22T17:20:15.629" v="3765" actId="20577"/>
          <ac:spMkLst>
            <pc:docMk/>
            <pc:sldMk cId="1268750117" sldId="733"/>
            <ac:spMk id="2" creationId="{461E7B96-9092-A78D-4438-2F077A85275D}"/>
          </ac:spMkLst>
        </pc:spChg>
        <pc:spChg chg="mod">
          <ac:chgData name="GEUZE Michael" userId="7745a197-f4b0-4247-9e69-96976d9a4300" providerId="ADAL" clId="{1967B7E9-AA0D-4856-A4EA-894B47D65E6D}" dt="2023-06-22T09:40:04.354" v="2466" actId="20577"/>
          <ac:spMkLst>
            <pc:docMk/>
            <pc:sldMk cId="1268750117" sldId="733"/>
            <ac:spMk id="3" creationId="{E2942186-0311-5501-9A7D-6EB7612EE49B}"/>
          </ac:spMkLst>
        </pc:spChg>
        <pc:spChg chg="mod">
          <ac:chgData name="GEUZE Michael" userId="7745a197-f4b0-4247-9e69-96976d9a4300" providerId="ADAL" clId="{1967B7E9-AA0D-4856-A4EA-894B47D65E6D}" dt="2023-06-22T09:54:07.113" v="2982" actId="20577"/>
          <ac:spMkLst>
            <pc:docMk/>
            <pc:sldMk cId="1268750117" sldId="733"/>
            <ac:spMk id="4" creationId="{6B15EF26-8BA0-DCB1-D49F-8E5F36C23099}"/>
          </ac:spMkLst>
        </pc:spChg>
        <pc:graphicFrameChg chg="add mod">
          <ac:chgData name="GEUZE Michael" userId="7745a197-f4b0-4247-9e69-96976d9a4300" providerId="ADAL" clId="{1967B7E9-AA0D-4856-A4EA-894B47D65E6D}" dt="2023-06-22T16:28:26.789" v="3516" actId="1038"/>
          <ac:graphicFrameMkLst>
            <pc:docMk/>
            <pc:sldMk cId="1268750117" sldId="733"/>
            <ac:graphicFrameMk id="7" creationId="{0B7F447C-F7B0-5521-9C82-C237C8EF766C}"/>
          </ac:graphicFrameMkLst>
        </pc:graphicFrameChg>
        <pc:picChg chg="add del mod modCrop">
          <ac:chgData name="GEUZE Michael" userId="7745a197-f4b0-4247-9e69-96976d9a4300" providerId="ADAL" clId="{1967B7E9-AA0D-4856-A4EA-894B47D65E6D}" dt="2023-06-22T09:50:47.649" v="2785" actId="21"/>
          <ac:picMkLst>
            <pc:docMk/>
            <pc:sldMk cId="1268750117" sldId="733"/>
            <ac:picMk id="6" creationId="{AA0BB904-59F3-9FD0-F687-B1CCE7B6CD34}"/>
          </ac:picMkLst>
        </pc:picChg>
      </pc:sldChg>
      <pc:sldChg chg="addSp delSp modSp new del mod modClrScheme chgLayout">
        <pc:chgData name="GEUZE Michael" userId="7745a197-f4b0-4247-9e69-96976d9a4300" providerId="ADAL" clId="{1967B7E9-AA0D-4856-A4EA-894B47D65E6D}" dt="2023-06-22T09:47:27.922" v="2695" actId="680"/>
        <pc:sldMkLst>
          <pc:docMk/>
          <pc:sldMk cId="812883796" sldId="734"/>
        </pc:sldMkLst>
        <pc:spChg chg="add del 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2" creationId="{055AE507-6190-D91F-8794-59D52FBE7E0F}"/>
          </ac:spMkLst>
        </pc:spChg>
        <pc:spChg chg="add del 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3" creationId="{501D1210-7AB8-E4DC-E88D-CC6C4D923501}"/>
          </ac:spMkLst>
        </pc:spChg>
        <pc:spChg chg="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4" creationId="{8CC0DB47-75B7-A9C0-E5A0-C604307B6D45}"/>
          </ac:spMkLst>
        </pc:spChg>
        <pc:spChg chg="add del 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5" creationId="{0EE08575-4B21-5FC3-9852-EFF914AF97BC}"/>
          </ac:spMkLst>
        </pc:spChg>
        <pc:spChg chg="add del 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6" creationId="{A18BF135-8094-CE4F-4EF1-3CB4B797194B}"/>
          </ac:spMkLst>
        </pc:spChg>
        <pc:spChg chg="add del mod ord">
          <ac:chgData name="GEUZE Michael" userId="7745a197-f4b0-4247-9e69-96976d9a4300" providerId="ADAL" clId="{1967B7E9-AA0D-4856-A4EA-894B47D65E6D}" dt="2023-06-22T09:47:26.658" v="2694" actId="700"/>
          <ac:spMkLst>
            <pc:docMk/>
            <pc:sldMk cId="812883796" sldId="734"/>
            <ac:spMk id="7" creationId="{7CE1ACA1-556F-C96F-D797-98B9BC36A3A7}"/>
          </ac:spMkLst>
        </pc:spChg>
        <pc:picChg chg="add del mod ord">
          <ac:chgData name="GEUZE Michael" userId="7745a197-f4b0-4247-9e69-96976d9a4300" providerId="ADAL" clId="{1967B7E9-AA0D-4856-A4EA-894B47D65E6D}" dt="2023-06-22T09:47:26.170" v="2693" actId="22"/>
          <ac:picMkLst>
            <pc:docMk/>
            <pc:sldMk cId="812883796" sldId="734"/>
            <ac:picMk id="9" creationId="{32C775AB-9F0A-54A1-E1F2-6F07820FE6A6}"/>
          </ac:picMkLst>
        </pc:picChg>
      </pc:sldChg>
      <pc:sldChg chg="addSp delSp modSp new mod setBg modClrScheme delAnim modAnim chgLayout">
        <pc:chgData name="GEUZE Michael" userId="7745a197-f4b0-4247-9e69-96976d9a4300" providerId="ADAL" clId="{1967B7E9-AA0D-4856-A4EA-894B47D65E6D}" dt="2023-06-22T17:00:14.890" v="3659" actId="20577"/>
        <pc:sldMkLst>
          <pc:docMk/>
          <pc:sldMk cId="2706417320" sldId="734"/>
        </pc:sldMkLst>
        <pc:spChg chg="add del">
          <ac:chgData name="GEUZE Michael" userId="7745a197-f4b0-4247-9e69-96976d9a4300" providerId="ADAL" clId="{1967B7E9-AA0D-4856-A4EA-894B47D65E6D}" dt="2023-06-22T16:18:17.582" v="3176" actId="21"/>
          <ac:spMkLst>
            <pc:docMk/>
            <pc:sldMk cId="2706417320" sldId="734"/>
            <ac:spMk id="2" creationId="{7EEFA1E0-118D-0002-3E93-4F4B21FEC6C0}"/>
          </ac:spMkLst>
        </pc:spChg>
        <pc:spChg chg="add del mod">
          <ac:chgData name="GEUZE Michael" userId="7745a197-f4b0-4247-9e69-96976d9a4300" providerId="ADAL" clId="{1967B7E9-AA0D-4856-A4EA-894B47D65E6D}" dt="2023-06-22T16:19:41.003" v="3184" actId="26606"/>
          <ac:spMkLst>
            <pc:docMk/>
            <pc:sldMk cId="2706417320" sldId="734"/>
            <ac:spMk id="3" creationId="{4D3774D2-618D-9565-9D7D-779EAB9192C4}"/>
          </ac:spMkLst>
        </pc:spChg>
        <pc:spChg chg="mod ord">
          <ac:chgData name="GEUZE Michael" userId="7745a197-f4b0-4247-9e69-96976d9a4300" providerId="ADAL" clId="{1967B7E9-AA0D-4856-A4EA-894B47D65E6D}" dt="2023-06-22T16:19:41.003" v="3184" actId="26606"/>
          <ac:spMkLst>
            <pc:docMk/>
            <pc:sldMk cId="2706417320" sldId="734"/>
            <ac:spMk id="4" creationId="{CCC6BAC2-660E-B448-0EF4-A24E5089677D}"/>
          </ac:spMkLst>
        </pc:spChg>
        <pc:spChg chg="add del mod ord">
          <ac:chgData name="GEUZE Michael" userId="7745a197-f4b0-4247-9e69-96976d9a4300" providerId="ADAL" clId="{1967B7E9-AA0D-4856-A4EA-894B47D65E6D}" dt="2023-06-22T16:17:40.845" v="3130" actId="700"/>
          <ac:spMkLst>
            <pc:docMk/>
            <pc:sldMk cId="2706417320" sldId="734"/>
            <ac:spMk id="5" creationId="{9CB4A62C-48DD-7C7E-AE95-4848288EF5B2}"/>
          </ac:spMkLst>
        </pc:spChg>
        <pc:spChg chg="add del mod">
          <ac:chgData name="GEUZE Michael" userId="7745a197-f4b0-4247-9e69-96976d9a4300" providerId="ADAL" clId="{1967B7E9-AA0D-4856-A4EA-894B47D65E6D}" dt="2023-06-22T16:21:13.955" v="3196" actId="478"/>
          <ac:spMkLst>
            <pc:docMk/>
            <pc:sldMk cId="2706417320" sldId="734"/>
            <ac:spMk id="6" creationId="{CBFA762E-305B-4F50-5770-771C7AEE8FAB}"/>
          </ac:spMkLst>
        </pc:spChg>
        <pc:spChg chg="add mod">
          <ac:chgData name="GEUZE Michael" userId="7745a197-f4b0-4247-9e69-96976d9a4300" providerId="ADAL" clId="{1967B7E9-AA0D-4856-A4EA-894B47D65E6D}" dt="2023-06-22T17:00:14.890" v="3659" actId="20577"/>
          <ac:spMkLst>
            <pc:docMk/>
            <pc:sldMk cId="2706417320" sldId="734"/>
            <ac:spMk id="7" creationId="{C98B1403-4715-6790-CFE6-4811668F989B}"/>
          </ac:spMkLst>
        </pc:spChg>
        <pc:spChg chg="add mod">
          <ac:chgData name="GEUZE Michael" userId="7745a197-f4b0-4247-9e69-96976d9a4300" providerId="ADAL" clId="{1967B7E9-AA0D-4856-A4EA-894B47D65E6D}" dt="2023-06-22T16:59:09.032" v="3526" actId="20577"/>
          <ac:spMkLst>
            <pc:docMk/>
            <pc:sldMk cId="2706417320" sldId="734"/>
            <ac:spMk id="8" creationId="{F2C0249F-3E8D-2C0B-8555-2A6E88792BBF}"/>
          </ac:spMkLst>
        </pc:spChg>
        <pc:spChg chg="add del">
          <ac:chgData name="GEUZE Michael" userId="7745a197-f4b0-4247-9e69-96976d9a4300" providerId="ADAL" clId="{1967B7E9-AA0D-4856-A4EA-894B47D65E6D}" dt="2023-06-22T16:19:41.003" v="3184" actId="26606"/>
          <ac:spMkLst>
            <pc:docMk/>
            <pc:sldMk cId="2706417320" sldId="734"/>
            <ac:spMk id="1033" creationId="{3B47FC9C-2ED3-4100-A4EF-E8CDFEE106C9}"/>
          </ac:spMkLst>
        </pc:spChg>
        <pc:picChg chg="add mod ord">
          <ac:chgData name="GEUZE Michael" userId="7745a197-f4b0-4247-9e69-96976d9a4300" providerId="ADAL" clId="{1967B7E9-AA0D-4856-A4EA-894B47D65E6D}" dt="2023-06-22T16:24:58.437" v="3405" actId="1076"/>
          <ac:picMkLst>
            <pc:docMk/>
            <pc:sldMk cId="2706417320" sldId="734"/>
            <ac:picMk id="1026" creationId="{19E5DDBE-ED22-0DD5-6F1A-65B291E4FE27}"/>
          </ac:picMkLst>
        </pc:picChg>
        <pc:picChg chg="add del mod ord">
          <ac:chgData name="GEUZE Michael" userId="7745a197-f4b0-4247-9e69-96976d9a4300" providerId="ADAL" clId="{1967B7E9-AA0D-4856-A4EA-894B47D65E6D}" dt="2023-06-22T16:23:00.153" v="3301" actId="478"/>
          <ac:picMkLst>
            <pc:docMk/>
            <pc:sldMk cId="2706417320" sldId="734"/>
            <ac:picMk id="1028" creationId="{9915F873-7681-0109-B21E-9E7BA8F7F7CD}"/>
          </ac:picMkLst>
        </pc:picChg>
        <pc:picChg chg="add mod">
          <ac:chgData name="GEUZE Michael" userId="7745a197-f4b0-4247-9e69-96976d9a4300" providerId="ADAL" clId="{1967B7E9-AA0D-4856-A4EA-894B47D65E6D}" dt="2023-06-22T16:23:45.176" v="3305" actId="1076"/>
          <ac:picMkLst>
            <pc:docMk/>
            <pc:sldMk cId="2706417320" sldId="734"/>
            <ac:picMk id="1030" creationId="{01181A7F-3DED-880C-5825-E3CA1E6ED7B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142BB7-A348-43E0-9DBA-25BD7F935FB2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D733EBB3-67E9-44DD-91A6-A0AA34EFFFCB}">
      <dgm:prSet phldrT="[Text]" custT="1"/>
      <dgm:spPr/>
      <dgm:t>
        <a:bodyPr/>
        <a:lstStyle/>
        <a:p>
          <a:r>
            <a:rPr lang="de-AT" sz="1800" dirty="0"/>
            <a:t>Verschiedene Sub-D Stecker. Typisch für RS232</a:t>
          </a:r>
        </a:p>
      </dgm:t>
    </dgm:pt>
    <dgm:pt modelId="{5071A167-38AA-4A2A-BEBB-ACD19BEB2BEE}" type="parTrans" cxnId="{56C059E5-ACD2-4DC9-9976-4C095C6B6008}">
      <dgm:prSet/>
      <dgm:spPr/>
      <dgm:t>
        <a:bodyPr/>
        <a:lstStyle/>
        <a:p>
          <a:endParaRPr lang="de-AT"/>
        </a:p>
      </dgm:t>
    </dgm:pt>
    <dgm:pt modelId="{515ADE98-996E-4E8D-98AC-31B10EEC4AB0}" type="sibTrans" cxnId="{56C059E5-ACD2-4DC9-9976-4C095C6B6008}">
      <dgm:prSet/>
      <dgm:spPr/>
      <dgm:t>
        <a:bodyPr/>
        <a:lstStyle/>
        <a:p>
          <a:endParaRPr lang="de-AT"/>
        </a:p>
      </dgm:t>
    </dgm:pt>
    <dgm:pt modelId="{DD670835-AA27-4FE1-9E5D-E4FD29096599}" type="pres">
      <dgm:prSet presAssocID="{05142BB7-A348-43E0-9DBA-25BD7F935FB2}" presName="Name0" presStyleCnt="0">
        <dgm:presLayoutVars>
          <dgm:dir/>
          <dgm:resizeHandles val="exact"/>
        </dgm:presLayoutVars>
      </dgm:prSet>
      <dgm:spPr/>
    </dgm:pt>
    <dgm:pt modelId="{98526CF0-3DE2-4DCB-819B-A7412F10DA2E}" type="pres">
      <dgm:prSet presAssocID="{D733EBB3-67E9-44DD-91A6-A0AA34EFFFCB}" presName="compNode" presStyleCnt="0"/>
      <dgm:spPr/>
    </dgm:pt>
    <dgm:pt modelId="{E59F9EC7-437D-4B86-9E73-351A00BBCE12}" type="pres">
      <dgm:prSet presAssocID="{D733EBB3-67E9-44DD-91A6-A0AA34EFFFCB}" presName="pictRect" presStyleLbl="node1" presStyleIdx="0" presStyleCnt="1"/>
      <dgm:spPr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</dgm:spPr>
    </dgm:pt>
    <dgm:pt modelId="{96C27D86-2306-4D59-AAD6-385209340877}" type="pres">
      <dgm:prSet presAssocID="{D733EBB3-67E9-44DD-91A6-A0AA34EFFFCB}" presName="textRect" presStyleLbl="revTx" presStyleIdx="0" presStyleCnt="1">
        <dgm:presLayoutVars>
          <dgm:bulletEnabled val="1"/>
        </dgm:presLayoutVars>
      </dgm:prSet>
      <dgm:spPr/>
    </dgm:pt>
  </dgm:ptLst>
  <dgm:cxnLst>
    <dgm:cxn modelId="{0EEABB48-4F59-44D2-A9E3-86653279D2D7}" type="presOf" srcId="{05142BB7-A348-43E0-9DBA-25BD7F935FB2}" destId="{DD670835-AA27-4FE1-9E5D-E4FD29096599}" srcOrd="0" destOrd="0" presId="urn:microsoft.com/office/officeart/2005/8/layout/pList1"/>
    <dgm:cxn modelId="{2B97454E-D411-4999-B841-9196254E2FE9}" type="presOf" srcId="{D733EBB3-67E9-44DD-91A6-A0AA34EFFFCB}" destId="{96C27D86-2306-4D59-AAD6-385209340877}" srcOrd="0" destOrd="0" presId="urn:microsoft.com/office/officeart/2005/8/layout/pList1"/>
    <dgm:cxn modelId="{56C059E5-ACD2-4DC9-9976-4C095C6B6008}" srcId="{05142BB7-A348-43E0-9DBA-25BD7F935FB2}" destId="{D733EBB3-67E9-44DD-91A6-A0AA34EFFFCB}" srcOrd="0" destOrd="0" parTransId="{5071A167-38AA-4A2A-BEBB-ACD19BEB2BEE}" sibTransId="{515ADE98-996E-4E8D-98AC-31B10EEC4AB0}"/>
    <dgm:cxn modelId="{737E26BD-7DF4-4C8C-BE1D-6E789191B503}" type="presParOf" srcId="{DD670835-AA27-4FE1-9E5D-E4FD29096599}" destId="{98526CF0-3DE2-4DCB-819B-A7412F10DA2E}" srcOrd="0" destOrd="0" presId="urn:microsoft.com/office/officeart/2005/8/layout/pList1"/>
    <dgm:cxn modelId="{847322A5-09E7-4CB1-8796-C2BE7231F434}" type="presParOf" srcId="{98526CF0-3DE2-4DCB-819B-A7412F10DA2E}" destId="{E59F9EC7-437D-4B86-9E73-351A00BBCE12}" srcOrd="0" destOrd="0" presId="urn:microsoft.com/office/officeart/2005/8/layout/pList1"/>
    <dgm:cxn modelId="{13346D87-F428-4070-BBBA-1F2149E547CD}" type="presParOf" srcId="{98526CF0-3DE2-4DCB-819B-A7412F10DA2E}" destId="{96C27D86-2306-4D59-AAD6-38520934087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142BB7-A348-43E0-9DBA-25BD7F935FB2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D733EBB3-67E9-44DD-91A6-A0AA34EFFFCB}">
      <dgm:prSet phldrT="[Text]" custT="1"/>
      <dgm:spPr/>
      <dgm:t>
        <a:bodyPr/>
        <a:lstStyle/>
        <a:p>
          <a:r>
            <a:rPr lang="de-AT" sz="1800" dirty="0"/>
            <a:t>Verschiedene Sub-D Stecker. Typisch für RS422/485</a:t>
          </a:r>
        </a:p>
      </dgm:t>
    </dgm:pt>
    <dgm:pt modelId="{5071A167-38AA-4A2A-BEBB-ACD19BEB2BEE}" type="parTrans" cxnId="{56C059E5-ACD2-4DC9-9976-4C095C6B6008}">
      <dgm:prSet/>
      <dgm:spPr/>
      <dgm:t>
        <a:bodyPr/>
        <a:lstStyle/>
        <a:p>
          <a:endParaRPr lang="de-AT"/>
        </a:p>
      </dgm:t>
    </dgm:pt>
    <dgm:pt modelId="{515ADE98-996E-4E8D-98AC-31B10EEC4AB0}" type="sibTrans" cxnId="{56C059E5-ACD2-4DC9-9976-4C095C6B6008}">
      <dgm:prSet/>
      <dgm:spPr/>
      <dgm:t>
        <a:bodyPr/>
        <a:lstStyle/>
        <a:p>
          <a:endParaRPr lang="de-AT"/>
        </a:p>
      </dgm:t>
    </dgm:pt>
    <dgm:pt modelId="{DD670835-AA27-4FE1-9E5D-E4FD29096599}" type="pres">
      <dgm:prSet presAssocID="{05142BB7-A348-43E0-9DBA-25BD7F935FB2}" presName="Name0" presStyleCnt="0">
        <dgm:presLayoutVars>
          <dgm:dir/>
          <dgm:resizeHandles val="exact"/>
        </dgm:presLayoutVars>
      </dgm:prSet>
      <dgm:spPr/>
    </dgm:pt>
    <dgm:pt modelId="{98526CF0-3DE2-4DCB-819B-A7412F10DA2E}" type="pres">
      <dgm:prSet presAssocID="{D733EBB3-67E9-44DD-91A6-A0AA34EFFFCB}" presName="compNode" presStyleCnt="0"/>
      <dgm:spPr/>
    </dgm:pt>
    <dgm:pt modelId="{E59F9EC7-437D-4B86-9E73-351A00BBCE12}" type="pres">
      <dgm:prSet presAssocID="{D733EBB3-67E9-44DD-91A6-A0AA34EFFFCB}" presName="pictRect" presStyleLbl="node1" presStyleIdx="0" presStyleCnt="1"/>
      <dgm:spPr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</dgm:spPr>
    </dgm:pt>
    <dgm:pt modelId="{96C27D86-2306-4D59-AAD6-385209340877}" type="pres">
      <dgm:prSet presAssocID="{D733EBB3-67E9-44DD-91A6-A0AA34EFFFCB}" presName="textRect" presStyleLbl="revTx" presStyleIdx="0" presStyleCnt="1">
        <dgm:presLayoutVars>
          <dgm:bulletEnabled val="1"/>
        </dgm:presLayoutVars>
      </dgm:prSet>
      <dgm:spPr/>
    </dgm:pt>
  </dgm:ptLst>
  <dgm:cxnLst>
    <dgm:cxn modelId="{0EEABB48-4F59-44D2-A9E3-86653279D2D7}" type="presOf" srcId="{05142BB7-A348-43E0-9DBA-25BD7F935FB2}" destId="{DD670835-AA27-4FE1-9E5D-E4FD29096599}" srcOrd="0" destOrd="0" presId="urn:microsoft.com/office/officeart/2005/8/layout/pList1"/>
    <dgm:cxn modelId="{2B97454E-D411-4999-B841-9196254E2FE9}" type="presOf" srcId="{D733EBB3-67E9-44DD-91A6-A0AA34EFFFCB}" destId="{96C27D86-2306-4D59-AAD6-385209340877}" srcOrd="0" destOrd="0" presId="urn:microsoft.com/office/officeart/2005/8/layout/pList1"/>
    <dgm:cxn modelId="{56C059E5-ACD2-4DC9-9976-4C095C6B6008}" srcId="{05142BB7-A348-43E0-9DBA-25BD7F935FB2}" destId="{D733EBB3-67E9-44DD-91A6-A0AA34EFFFCB}" srcOrd="0" destOrd="0" parTransId="{5071A167-38AA-4A2A-BEBB-ACD19BEB2BEE}" sibTransId="{515ADE98-996E-4E8D-98AC-31B10EEC4AB0}"/>
    <dgm:cxn modelId="{737E26BD-7DF4-4C8C-BE1D-6E789191B503}" type="presParOf" srcId="{DD670835-AA27-4FE1-9E5D-E4FD29096599}" destId="{98526CF0-3DE2-4DCB-819B-A7412F10DA2E}" srcOrd="0" destOrd="0" presId="urn:microsoft.com/office/officeart/2005/8/layout/pList1"/>
    <dgm:cxn modelId="{847322A5-09E7-4CB1-8796-C2BE7231F434}" type="presParOf" srcId="{98526CF0-3DE2-4DCB-819B-A7412F10DA2E}" destId="{E59F9EC7-437D-4B86-9E73-351A00BBCE12}" srcOrd="0" destOrd="0" presId="urn:microsoft.com/office/officeart/2005/8/layout/pList1"/>
    <dgm:cxn modelId="{13346D87-F428-4070-BBBA-1F2149E547CD}" type="presParOf" srcId="{98526CF0-3DE2-4DCB-819B-A7412F10DA2E}" destId="{96C27D86-2306-4D59-AAD6-38520934087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142BB7-A348-43E0-9DBA-25BD7F935FB2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D733EBB3-67E9-44DD-91A6-A0AA34EFFFCB}">
      <dgm:prSet phldrT="[Text]" custT="1"/>
      <dgm:spPr/>
      <dgm:t>
        <a:bodyPr/>
        <a:lstStyle/>
        <a:p>
          <a:r>
            <a:rPr lang="de-AT" sz="1800" dirty="0"/>
            <a:t>PHY-Baustein, galvanisch getrennt bei Sender und Empfänger</a:t>
          </a:r>
        </a:p>
      </dgm:t>
    </dgm:pt>
    <dgm:pt modelId="{5071A167-38AA-4A2A-BEBB-ACD19BEB2BEE}" type="parTrans" cxnId="{56C059E5-ACD2-4DC9-9976-4C095C6B6008}">
      <dgm:prSet/>
      <dgm:spPr/>
      <dgm:t>
        <a:bodyPr/>
        <a:lstStyle/>
        <a:p>
          <a:endParaRPr lang="de-AT"/>
        </a:p>
      </dgm:t>
    </dgm:pt>
    <dgm:pt modelId="{515ADE98-996E-4E8D-98AC-31B10EEC4AB0}" type="sibTrans" cxnId="{56C059E5-ACD2-4DC9-9976-4C095C6B6008}">
      <dgm:prSet/>
      <dgm:spPr/>
      <dgm:t>
        <a:bodyPr/>
        <a:lstStyle/>
        <a:p>
          <a:endParaRPr lang="de-AT"/>
        </a:p>
      </dgm:t>
    </dgm:pt>
    <dgm:pt modelId="{DD670835-AA27-4FE1-9E5D-E4FD29096599}" type="pres">
      <dgm:prSet presAssocID="{05142BB7-A348-43E0-9DBA-25BD7F935FB2}" presName="Name0" presStyleCnt="0">
        <dgm:presLayoutVars>
          <dgm:dir/>
          <dgm:resizeHandles val="exact"/>
        </dgm:presLayoutVars>
      </dgm:prSet>
      <dgm:spPr/>
    </dgm:pt>
    <dgm:pt modelId="{98526CF0-3DE2-4DCB-819B-A7412F10DA2E}" type="pres">
      <dgm:prSet presAssocID="{D733EBB3-67E9-44DD-91A6-A0AA34EFFFCB}" presName="compNode" presStyleCnt="0"/>
      <dgm:spPr/>
    </dgm:pt>
    <dgm:pt modelId="{E59F9EC7-437D-4B86-9E73-351A00BBCE12}" type="pres">
      <dgm:prSet presAssocID="{D733EBB3-67E9-44DD-91A6-A0AA34EFFFCB}" presName="pictRect" presStyleLbl="node1" presStyleIdx="0" presStyleCnt="1" custScaleX="148305" custScaleY="135132" custLinFactNeighborY="-944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96C27D86-2306-4D59-AAD6-385209340877}" type="pres">
      <dgm:prSet presAssocID="{D733EBB3-67E9-44DD-91A6-A0AA34EFFFCB}" presName="textRect" presStyleLbl="revTx" presStyleIdx="0" presStyleCnt="1" custScaleX="164309" custScaleY="60524">
        <dgm:presLayoutVars>
          <dgm:bulletEnabled val="1"/>
        </dgm:presLayoutVars>
      </dgm:prSet>
      <dgm:spPr/>
    </dgm:pt>
  </dgm:ptLst>
  <dgm:cxnLst>
    <dgm:cxn modelId="{0EEABB48-4F59-44D2-A9E3-86653279D2D7}" type="presOf" srcId="{05142BB7-A348-43E0-9DBA-25BD7F935FB2}" destId="{DD670835-AA27-4FE1-9E5D-E4FD29096599}" srcOrd="0" destOrd="0" presId="urn:microsoft.com/office/officeart/2005/8/layout/pList1"/>
    <dgm:cxn modelId="{2B97454E-D411-4999-B841-9196254E2FE9}" type="presOf" srcId="{D733EBB3-67E9-44DD-91A6-A0AA34EFFFCB}" destId="{96C27D86-2306-4D59-AAD6-385209340877}" srcOrd="0" destOrd="0" presId="urn:microsoft.com/office/officeart/2005/8/layout/pList1"/>
    <dgm:cxn modelId="{56C059E5-ACD2-4DC9-9976-4C095C6B6008}" srcId="{05142BB7-A348-43E0-9DBA-25BD7F935FB2}" destId="{D733EBB3-67E9-44DD-91A6-A0AA34EFFFCB}" srcOrd="0" destOrd="0" parTransId="{5071A167-38AA-4A2A-BEBB-ACD19BEB2BEE}" sibTransId="{515ADE98-996E-4E8D-98AC-31B10EEC4AB0}"/>
    <dgm:cxn modelId="{737E26BD-7DF4-4C8C-BE1D-6E789191B503}" type="presParOf" srcId="{DD670835-AA27-4FE1-9E5D-E4FD29096599}" destId="{98526CF0-3DE2-4DCB-819B-A7412F10DA2E}" srcOrd="0" destOrd="0" presId="urn:microsoft.com/office/officeart/2005/8/layout/pList1"/>
    <dgm:cxn modelId="{847322A5-09E7-4CB1-8796-C2BE7231F434}" type="presParOf" srcId="{98526CF0-3DE2-4DCB-819B-A7412F10DA2E}" destId="{E59F9EC7-437D-4B86-9E73-351A00BBCE12}" srcOrd="0" destOrd="0" presId="urn:microsoft.com/office/officeart/2005/8/layout/pList1"/>
    <dgm:cxn modelId="{13346D87-F428-4070-BBBA-1F2149E547CD}" type="presParOf" srcId="{98526CF0-3DE2-4DCB-819B-A7412F10DA2E}" destId="{96C27D86-2306-4D59-AAD6-385209340877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F9EC7-437D-4B86-9E73-351A00BBCE12}">
      <dsp:nvSpPr>
        <dsp:cNvPr id="0" name=""/>
        <dsp:cNvSpPr/>
      </dsp:nvSpPr>
      <dsp:spPr>
        <a:xfrm>
          <a:off x="783398" y="264"/>
          <a:ext cx="3026607" cy="2085332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27D86-2306-4D59-AAD6-385209340877}">
      <dsp:nvSpPr>
        <dsp:cNvPr id="0" name=""/>
        <dsp:cNvSpPr/>
      </dsp:nvSpPr>
      <dsp:spPr>
        <a:xfrm>
          <a:off x="783398" y="2085597"/>
          <a:ext cx="3026607" cy="112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800" kern="1200" dirty="0"/>
            <a:t>Verschiedene Sub-D Stecker. Typisch für RS232</a:t>
          </a:r>
        </a:p>
      </dsp:txBody>
      <dsp:txXfrm>
        <a:off x="783398" y="2085597"/>
        <a:ext cx="3026607" cy="11228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F9EC7-437D-4B86-9E73-351A00BBCE12}">
      <dsp:nvSpPr>
        <dsp:cNvPr id="0" name=""/>
        <dsp:cNvSpPr/>
      </dsp:nvSpPr>
      <dsp:spPr>
        <a:xfrm>
          <a:off x="783398" y="264"/>
          <a:ext cx="3026607" cy="2085332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27D86-2306-4D59-AAD6-385209340877}">
      <dsp:nvSpPr>
        <dsp:cNvPr id="0" name=""/>
        <dsp:cNvSpPr/>
      </dsp:nvSpPr>
      <dsp:spPr>
        <a:xfrm>
          <a:off x="783398" y="2085597"/>
          <a:ext cx="3026607" cy="11228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800" kern="1200" dirty="0"/>
            <a:t>Verschiedene Sub-D Stecker. Typisch für RS422/485</a:t>
          </a:r>
        </a:p>
      </dsp:txBody>
      <dsp:txXfrm>
        <a:off x="783398" y="2085597"/>
        <a:ext cx="3026607" cy="11228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9F9EC7-437D-4B86-9E73-351A00BBCE12}">
      <dsp:nvSpPr>
        <dsp:cNvPr id="0" name=""/>
        <dsp:cNvSpPr/>
      </dsp:nvSpPr>
      <dsp:spPr>
        <a:xfrm>
          <a:off x="243928" y="36694"/>
          <a:ext cx="4485525" cy="2816015"/>
        </a:xfrm>
        <a:prstGeom prst="roundRect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C27D86-2306-4D59-AAD6-385209340877}">
      <dsp:nvSpPr>
        <dsp:cNvPr id="0" name=""/>
        <dsp:cNvSpPr/>
      </dsp:nvSpPr>
      <dsp:spPr>
        <a:xfrm>
          <a:off x="1905" y="2727803"/>
          <a:ext cx="4969571" cy="679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800" kern="1200" dirty="0"/>
            <a:t>PHY-Baustein, galvanisch getrennt bei Sender und Empfänger</a:t>
          </a:r>
        </a:p>
      </dsp:txBody>
      <dsp:txXfrm>
        <a:off x="1905" y="2727803"/>
        <a:ext cx="4969571" cy="679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339587-6673-417D-A719-2C249C2F35CF}" type="datetimeFigureOut">
              <a:rPr lang="de-AT" smtClean="0"/>
              <a:t>23.06.2023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54086B-B138-4A3E-85DC-A9BE7B31502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85469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02846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26248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4086B-B138-4A3E-85DC-A9BE7B315020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8651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-452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368300"/>
            <a:ext cx="1503556" cy="1503556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BAC2916B-617B-EA4A-AF07-5419FA25F93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8" name="Textplatzhalter 2">
            <a:extLst>
              <a:ext uri="{FF2B5EF4-FFF2-40B4-BE49-F238E27FC236}">
                <a16:creationId xmlns:a16="http://schemas.microsoft.com/office/drawing/2014/main" id="{3C8F07F7-4AF6-7844-89E0-DC259179FC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A921CC9-102C-354E-9CE6-FC36CD10B9B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99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25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7A5B86AF-B266-D044-9E9C-5EAC8D79A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4148B4CC-C7B6-F440-863B-919D48EA5E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B9DA9277-0C79-434C-B83E-F7887E069C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81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 userDrawn="1">
          <p15:clr>
            <a:srgbClr val="FBAE40"/>
          </p15:clr>
        </p15:guide>
        <p15:guide id="5" orient="horz" pos="232" userDrawn="1">
          <p15:clr>
            <a:srgbClr val="FBAE40"/>
          </p15:clr>
        </p15:guide>
        <p15:guide id="7" pos="7446" userDrawn="1">
          <p15:clr>
            <a:srgbClr val="FBAE40"/>
          </p15:clr>
        </p15:guide>
        <p15:guide id="8" pos="16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0FF76A8C-396A-1E4D-A555-CBE0BAF18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C2BCD34F-D291-A444-86E1-5B5E890F43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8EEF7E9D-2162-414F-AA02-E7654809A1B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0AFA8B4F-2EC3-4640-9F76-27BFA491D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8768874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48E9BB3-7E63-A44D-A165-D6A7CF70CF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4727343"/>
            <a:ext cx="1503556" cy="1503556"/>
          </a:xfrm>
          <a:prstGeom prst="rect">
            <a:avLst/>
          </a:prstGeom>
        </p:spPr>
      </p:pic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6B2C8743-DEBE-0748-9839-B437082EE2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E4BFB8-FFE3-104C-A971-6AF8B607A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BC36C8C-6EE5-7746-8334-5FF31A031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1073305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F99F9E31-4338-5D4A-9C45-EA69CA833C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21CD502F-3F38-1B4F-B870-4D0E2E70FA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FB03D660-DEB7-0642-904C-6DD51DE9E0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F12E0B6-11CC-6640-BDA2-BB1359055A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2799091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sp>
        <p:nvSpPr>
          <p:cNvPr id="15" name="Textplatzhalter 2">
            <a:extLst>
              <a:ext uri="{FF2B5EF4-FFF2-40B4-BE49-F238E27FC236}">
                <a16:creationId xmlns:a16="http://schemas.microsoft.com/office/drawing/2014/main" id="{6FD6010D-6512-4046-A0A0-42D998E88F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2908" y="3752025"/>
            <a:ext cx="5686785" cy="122580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Titelfolie Überschrift 1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02AF821E-7F4C-FA4C-BA2D-EC2FFEFD2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20152" y="1240759"/>
            <a:ext cx="1503556" cy="150355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5E96AE8-08EB-DE4B-99C1-8050F3D8CA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3342" y="369129"/>
            <a:ext cx="1868355" cy="644400"/>
          </a:xfrm>
          <a:prstGeom prst="rect">
            <a:avLst/>
          </a:prstGeom>
        </p:spPr>
      </p:pic>
      <p:sp>
        <p:nvSpPr>
          <p:cNvPr id="8" name="Textplatzhalter 2">
            <a:extLst>
              <a:ext uri="{FF2B5EF4-FFF2-40B4-BE49-F238E27FC236}">
                <a16:creationId xmlns:a16="http://schemas.microsoft.com/office/drawing/2014/main" id="{8EB34760-93C4-3F4F-BBC5-0B9F6D3232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8" y="5315905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Name:</a:t>
            </a:r>
          </a:p>
          <a:p>
            <a:r>
              <a:rPr lang="de-DE" dirty="0"/>
              <a:t>Studiengang:</a:t>
            </a:r>
          </a:p>
          <a:p>
            <a:r>
              <a:rPr lang="de-DE" dirty="0"/>
              <a:t>Semester:</a:t>
            </a:r>
          </a:p>
        </p:txBody>
      </p:sp>
    </p:spTree>
    <p:extLst>
      <p:ext uri="{BB962C8B-B14F-4D97-AF65-F5344CB8AC3E}">
        <p14:creationId xmlns:p14="http://schemas.microsoft.com/office/powerpoint/2010/main" val="795127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14B954AC-C73F-5449-AF65-CAE342422F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</p:txBody>
      </p:sp>
    </p:spTree>
    <p:extLst>
      <p:ext uri="{BB962C8B-B14F-4D97-AF65-F5344CB8AC3E}">
        <p14:creationId xmlns:p14="http://schemas.microsoft.com/office/powerpoint/2010/main" val="1119043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054366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3">
    <p:bg>
      <p:bgPr>
        <a:solidFill>
          <a:srgbClr val="ED6E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47614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der Kapitel_4">
    <p:bg>
      <p:bgPr>
        <a:solidFill>
          <a:srgbClr val="9AC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Textplatzhalter 2">
            <a:extLst>
              <a:ext uri="{FF2B5EF4-FFF2-40B4-BE49-F238E27FC236}">
                <a16:creationId xmlns:a16="http://schemas.microsoft.com/office/drawing/2014/main" id="{831FAD21-4BCE-E248-828A-2AE196F795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000" y="360000"/>
            <a:ext cx="8389364" cy="39338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7600"/>
              </a:lnSpc>
              <a:spcBef>
                <a:spcPts val="0"/>
              </a:spcBef>
              <a:spcAft>
                <a:spcPts val="600"/>
              </a:spcAft>
              <a:buNone/>
              <a:defRPr sz="70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Zitat oder Kapitel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756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_Folie_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96B7C7A7-E104-F742-8A3A-4EE7F0D18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29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zeln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51113"/>
            <a:ext cx="8933224" cy="465151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3400"/>
              </a:lnSpc>
              <a:spcAft>
                <a:spcPts val="0"/>
              </a:spcAft>
              <a:buFont typeface="Wingdings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Punkt 1</a:t>
            </a:r>
          </a:p>
          <a:p>
            <a:pPr lvl="0"/>
            <a:r>
              <a:rPr lang="de-DE" dirty="0"/>
              <a:t> Punkt 2
 Punkt 3</a:t>
            </a:r>
          </a:p>
          <a:p>
            <a:pPr lvl="1"/>
            <a:r>
              <a:rPr lang="de-DE" dirty="0"/>
              <a:t> Unterpunkt</a:t>
            </a:r>
          </a:p>
          <a:p>
            <a:pPr lvl="1"/>
            <a:r>
              <a:rPr lang="de-DE" dirty="0"/>
              <a:t> Unterpunkt</a:t>
            </a:r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E940482-9150-D444-902A-A91A745BC5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4E371511-A761-BA47-B74B-E898BAA680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EA0963EC-4099-F943-B350-C09A3ECE540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284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211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ängere_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Char char="§"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 Ganzer Satz oder Absatz.</a:t>
            </a:r>
          </a:p>
          <a:p>
            <a:r>
              <a:rPr lang="de-DE" dirty="0"/>
              <a:t> Ganzer Satz oder Absatz. Der Satz</a:t>
            </a:r>
            <a:br>
              <a:rPr lang="de-DE" dirty="0"/>
            </a:br>
            <a:r>
              <a:rPr lang="de-DE" dirty="0"/>
              <a:t> kann auch länger sein.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09CDAE5-CD32-EF4F-A8BB-2DFDB51C79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2E361231-3EE8-AA4B-BD19-102181D3C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33DFEF30-F9D4-F143-B64E-71168FF526E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48355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Absat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1"/>
            <a:ext cx="8933224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290A960-B63E-544D-A4EE-572FC172A7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9">
            <a:extLst>
              <a:ext uri="{FF2B5EF4-FFF2-40B4-BE49-F238E27FC236}">
                <a16:creationId xmlns:a16="http://schemas.microsoft.com/office/drawing/2014/main" id="{CE0D26B6-BD4D-B545-B56F-EB3900ECE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61245"/>
            <a:ext cx="8933224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FB968468-2BFF-1645-95FF-B2451838FE3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5390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768DE0C-60A9-114E-A323-A8B5CD45B5D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000" y="1440000"/>
            <a:ext cx="4232740" cy="466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SzPct val="120000"/>
              <a:buFont typeface="Wingdings" pitchFamily="2" charset="2"/>
              <a:buNone/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ct val="100000"/>
              </a:lnSpc>
              <a:buFont typeface="Wingdings" pitchFamily="2" charset="2"/>
              <a:buChar char="§"/>
              <a:defRPr sz="3000"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r>
              <a:rPr lang="de-DE" dirty="0"/>
              <a:t>Ganzer Absatz zum Inhalt über mehrere Zeilen. Hier kommt ein Textblock.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8E4AA3E-24ED-2F49-8DF0-0DBDD2DDEE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941DC95-7B1E-D74D-85D6-44F465D5E9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53217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 9">
            <a:extLst>
              <a:ext uri="{FF2B5EF4-FFF2-40B4-BE49-F238E27FC236}">
                <a16:creationId xmlns:a16="http://schemas.microsoft.com/office/drawing/2014/main" id="{97A7F19C-1DBF-B642-89FC-1D4B4C4787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1" y="361245"/>
            <a:ext cx="4232740" cy="833812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600" b="1" i="0" cap="none" spc="0" baseline="0">
                <a:ln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75530193-DACF-E846-9486-023293024EE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6334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_quer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B34064E5-22AA-C84A-AC5B-27B0B699DA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60045" y="360001"/>
            <a:ext cx="8933180" cy="5742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1252570-3950-6B4C-865D-0E5A8B3465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Rectangle 13">
            <a:extLst>
              <a:ext uri="{FF2B5EF4-FFF2-40B4-BE49-F238E27FC236}">
                <a16:creationId xmlns:a16="http://schemas.microsoft.com/office/drawing/2014/main" id="{31C8B32F-4D56-174E-A771-87E210D855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5980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1B8B188-9AA2-E34D-A68A-79D44DDB5C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1EF1C089-A2A0-C94A-8963-27C765AB8B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22872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86F54EBA-4E84-C741-9BF8-C2DF321795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0044" y="360000"/>
            <a:ext cx="4370067" cy="57426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de-DE" dirty="0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E471B505-BE7F-CD46-9CC3-EFAD2D707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0000" y="6259298"/>
            <a:ext cx="1008000" cy="252000"/>
          </a:xfrm>
          <a:prstGeom prst="rect">
            <a:avLst/>
          </a:prstGeom>
        </p:spPr>
        <p:txBody>
          <a:bodyPr/>
          <a:lstStyle>
            <a:lvl1pPr>
              <a:defRPr lang="de-AT" sz="1100" smtClean="0"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‹Nr.›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9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14F622B-6A6B-0F40-AD79-922EC5E920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96D2A40-D362-FA49-9EB0-CC774A821B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423297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5" orient="horz" pos="232">
          <p15:clr>
            <a:srgbClr val="FBAE40"/>
          </p15:clr>
        </p15:guide>
        <p15:guide id="7" pos="7446">
          <p15:clr>
            <a:srgbClr val="FBAE40"/>
          </p15:clr>
        </p15:guide>
        <p15:guide id="8" pos="166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-1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ACAB97D-FBC4-3147-B6CD-7D0CACAA03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E1F669FF-41F4-3649-8D86-2F8E29528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2783376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ED6E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2D6247AB-C4DF-4542-9F69-90AC119D1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48462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use / Abschlus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BBE545D-7328-0946-B07A-AD9A5BDEEB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8804F9F-5D82-6846-842F-F9004786E8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801025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 2">
    <p:bg>
      <p:bgPr>
        <a:solidFill>
          <a:srgbClr val="C0A1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-1" y="0"/>
            <a:ext cx="7047571" cy="5107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0" y="0"/>
            <a:ext cx="5144429" cy="6858001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E46E52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C175180-171A-FA46-A32A-29417871A3D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47BC2E58-06BA-CF45-9A66-64A1226B4E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998" y="355572"/>
            <a:ext cx="5686784" cy="1220681"/>
          </a:xfrm>
          <a:prstGeom prst="rect">
            <a:avLst/>
          </a:prstGeom>
        </p:spPr>
        <p:txBody>
          <a:bodyPr/>
          <a:lstStyle>
            <a:lvl1pPr>
              <a:lnSpc>
                <a:spcPts val="4000"/>
              </a:lnSpc>
              <a:defRPr sz="3500" b="1">
                <a:latin typeface="+mj-lt"/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880089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4156">
          <p15:clr>
            <a:srgbClr val="FBAE40"/>
          </p15:clr>
        </p15:guide>
        <p15:guide id="7" pos="744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use / 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3459DF94-3C06-CE44-95C9-030CF275DE96}"/>
              </a:ext>
            </a:extLst>
          </p:cNvPr>
          <p:cNvSpPr/>
          <p:nvPr userDrawn="1"/>
        </p:nvSpPr>
        <p:spPr>
          <a:xfrm>
            <a:off x="0" y="0"/>
            <a:ext cx="7047571" cy="5107259"/>
          </a:xfrm>
          <a:prstGeom prst="rect">
            <a:avLst/>
          </a:prstGeom>
          <a:solidFill>
            <a:srgbClr val="C0A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5C3AC47-C207-6E4A-A854-C62EF7EFD7E3}"/>
              </a:ext>
            </a:extLst>
          </p:cNvPr>
          <p:cNvSpPr/>
          <p:nvPr userDrawn="1"/>
        </p:nvSpPr>
        <p:spPr>
          <a:xfrm>
            <a:off x="0" y="5107259"/>
            <a:ext cx="7047571" cy="1750741"/>
          </a:xfrm>
          <a:prstGeom prst="rect">
            <a:avLst/>
          </a:prstGeom>
          <a:solidFill>
            <a:srgbClr val="FFDC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AE87D7B6-CCC9-6F41-920E-775EB1B73EFF}"/>
              </a:ext>
            </a:extLst>
          </p:cNvPr>
          <p:cNvSpPr/>
          <p:nvPr userDrawn="1"/>
        </p:nvSpPr>
        <p:spPr>
          <a:xfrm>
            <a:off x="7047571" y="0"/>
            <a:ext cx="5144429" cy="6858001"/>
          </a:xfrm>
          <a:prstGeom prst="rect">
            <a:avLst/>
          </a:prstGeom>
          <a:solidFill>
            <a:srgbClr val="9ACF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FFDCC34A-5970-1B4E-9DB5-4BA9098FB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28400" y="4993200"/>
            <a:ext cx="1503556" cy="1503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3937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054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1" r:id="rId2"/>
    <p:sldLayoutId id="2147483666" r:id="rId3"/>
    <p:sldLayoutId id="2147483678" r:id="rId4"/>
    <p:sldLayoutId id="2147483674" r:id="rId5"/>
    <p:sldLayoutId id="2147483676" r:id="rId6"/>
    <p:sldLayoutId id="2147483663" r:id="rId7"/>
    <p:sldLayoutId id="2147483664" r:id="rId8"/>
    <p:sldLayoutId id="2147483684" r:id="rId9"/>
    <p:sldLayoutId id="2147483685" r:id="rId10"/>
    <p:sldLayoutId id="2147483650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9" r:id="rId18"/>
    <p:sldLayoutId id="2147483680" r:id="rId19"/>
    <p:sldLayoutId id="2147483681" r:id="rId20"/>
    <p:sldLayoutId id="2147483683" r:id="rId21"/>
    <p:sldLayoutId id="2147483682" r:id="rId22"/>
    <p:sldLayoutId id="2147483665" r:id="rId2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08E8184-8488-4ED8-8D62-144B4F7AE0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8" y="3106994"/>
            <a:ext cx="5831750" cy="1870837"/>
          </a:xfrm>
        </p:spPr>
        <p:txBody>
          <a:bodyPr>
            <a:normAutofit/>
          </a:bodyPr>
          <a:lstStyle/>
          <a:p>
            <a:r>
              <a:rPr lang="de-DE" dirty="0"/>
              <a:t>Schnittstellen in der Prozess- und Automatisierungstechnik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59F82932-9255-88EC-D9D5-A40E1EB2904F}"/>
              </a:ext>
            </a:extLst>
          </p:cNvPr>
          <p:cNvSpPr txBox="1">
            <a:spLocks/>
          </p:cNvSpPr>
          <p:nvPr/>
        </p:nvSpPr>
        <p:spPr>
          <a:xfrm>
            <a:off x="348168" y="5321159"/>
            <a:ext cx="5686785" cy="122580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Name: Geuze Michael</a:t>
            </a:r>
          </a:p>
          <a:p>
            <a:r>
              <a:rPr lang="de-DE" dirty="0"/>
              <a:t>Studiengang: Elektrotechnik Dual </a:t>
            </a:r>
            <a:r>
              <a:rPr lang="de-DE" dirty="0" err="1"/>
              <a:t>BSc</a:t>
            </a:r>
            <a:r>
              <a:rPr lang="de-DE" dirty="0"/>
              <a:t>. </a:t>
            </a:r>
          </a:p>
          <a:p>
            <a:r>
              <a:rPr lang="de-DE" dirty="0"/>
              <a:t>Semester: </a:t>
            </a:r>
            <a:r>
              <a:rPr lang="en-GB" dirty="0"/>
              <a:t>SS23</a:t>
            </a:r>
          </a:p>
        </p:txBody>
      </p:sp>
    </p:spTree>
    <p:extLst>
      <p:ext uri="{BB962C8B-B14F-4D97-AF65-F5344CB8AC3E}">
        <p14:creationId xmlns:p14="http://schemas.microsoft.com/office/powerpoint/2010/main" val="199798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611A2E8-579A-61E2-79AD-7F13CC94F8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sz="2800" dirty="0"/>
              <a:t>Begrifflichkeiten und Einteilung der Schnittstellen</a:t>
            </a:r>
          </a:p>
          <a:p>
            <a:r>
              <a:rPr lang="de-AT" sz="2800" dirty="0"/>
              <a:t>Übersicht über diverse Schnittstellen</a:t>
            </a:r>
          </a:p>
          <a:p>
            <a:r>
              <a:rPr lang="de-AT" sz="2800" dirty="0"/>
              <a:t>Die seriellen Schnittstellen RS232 und RS422/485</a:t>
            </a:r>
          </a:p>
          <a:p>
            <a:r>
              <a:rPr lang="de-AT" sz="2800" dirty="0"/>
              <a:t>Ethernet</a:t>
            </a:r>
          </a:p>
          <a:p>
            <a:r>
              <a:rPr lang="de-AT" sz="2800" dirty="0"/>
              <a:t>Fragen und Antworten</a:t>
            </a:r>
            <a:endParaRPr lang="de-AT" sz="2000" dirty="0"/>
          </a:p>
          <a:p>
            <a:endParaRPr lang="de-AT" sz="200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BA2FE91-3283-BC29-E9ED-9F9DC7DA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Agenda</a:t>
            </a:r>
          </a:p>
        </p:txBody>
      </p:sp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03FCA7CC-DFBA-EA42-F2D0-D38310AA1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259298"/>
            <a:ext cx="1008000" cy="25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3068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F63F1EB-2DBE-566F-AAFF-A459575CFD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Geschwindigkeiten</a:t>
            </a:r>
          </a:p>
          <a:p>
            <a:pPr lvl="1"/>
            <a:r>
              <a:rPr lang="de-AT" dirty="0"/>
              <a:t>Baudrate, Bit, Symbol</a:t>
            </a:r>
          </a:p>
          <a:p>
            <a:r>
              <a:rPr lang="de-AT" dirty="0"/>
              <a:t>Topologien</a:t>
            </a:r>
          </a:p>
          <a:p>
            <a:pPr lvl="1"/>
            <a:r>
              <a:rPr lang="de-AT" dirty="0"/>
              <a:t>Punkt zu Punkt</a:t>
            </a:r>
          </a:p>
          <a:p>
            <a:pPr lvl="1"/>
            <a:r>
              <a:rPr lang="de-AT" dirty="0"/>
              <a:t>Bussystem</a:t>
            </a:r>
          </a:p>
          <a:p>
            <a:r>
              <a:rPr lang="de-AT" dirty="0"/>
              <a:t>Leitungslängen</a:t>
            </a:r>
          </a:p>
          <a:p>
            <a:pPr lvl="1"/>
            <a:r>
              <a:rPr lang="de-AT" dirty="0"/>
              <a:t>Abhängig von Teilnehmeranzahl, Baudrate</a:t>
            </a:r>
          </a:p>
          <a:p>
            <a:r>
              <a:rPr lang="de-AT" dirty="0"/>
              <a:t>Leistungsbereitstellung Ja/Nein</a:t>
            </a:r>
          </a:p>
          <a:p>
            <a:pPr lvl="1"/>
            <a:r>
              <a:rPr lang="de-AT" dirty="0" err="1"/>
              <a:t>PoE</a:t>
            </a:r>
            <a:r>
              <a:rPr lang="de-AT" dirty="0"/>
              <a:t>, IEC 61158-2, FISCO(</a:t>
            </a:r>
            <a:r>
              <a:rPr lang="de-AT" dirty="0" err="1"/>
              <a:t>Fieldbus</a:t>
            </a:r>
            <a:r>
              <a:rPr lang="de-AT" dirty="0"/>
              <a:t> </a:t>
            </a:r>
            <a:r>
              <a:rPr lang="de-AT" dirty="0" err="1"/>
              <a:t>Intrinsically</a:t>
            </a:r>
            <a:r>
              <a:rPr lang="de-AT" dirty="0"/>
              <a:t> Safe Concept)-Modell</a:t>
            </a:r>
          </a:p>
          <a:p>
            <a:endParaRPr lang="de-AT" dirty="0"/>
          </a:p>
          <a:p>
            <a:endParaRPr lang="de-AT" dirty="0"/>
          </a:p>
          <a:p>
            <a:pPr lvl="1"/>
            <a:endParaRPr lang="de-AT" dirty="0"/>
          </a:p>
          <a:p>
            <a:pPr marL="457200" lvl="1" indent="0">
              <a:buNone/>
            </a:pPr>
            <a:endParaRPr lang="de-AT" dirty="0"/>
          </a:p>
          <a:p>
            <a:endParaRPr lang="de-AT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7386D91-E672-FBAD-648A-8410284F3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99" y="361245"/>
            <a:ext cx="11212569" cy="833812"/>
          </a:xfrm>
        </p:spPr>
        <p:txBody>
          <a:bodyPr/>
          <a:lstStyle/>
          <a:p>
            <a:r>
              <a:rPr lang="de-AT" dirty="0"/>
              <a:t>Begrifflichkeiten und Einteilung der Schnittstellen</a:t>
            </a:r>
          </a:p>
        </p:txBody>
      </p:sp>
      <p:sp>
        <p:nvSpPr>
          <p:cNvPr id="2" name="Foliennummernplatzhalter 3">
            <a:extLst>
              <a:ext uri="{FF2B5EF4-FFF2-40B4-BE49-F238E27FC236}">
                <a16:creationId xmlns:a16="http://schemas.microsoft.com/office/drawing/2014/main" id="{4FE560FB-3F48-CA4D-6242-BEA285AB3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0000" y="6259298"/>
            <a:ext cx="1008000" cy="2520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587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26508F5-67D9-145A-166B-D42F0F309E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dirty="0"/>
              <a:t>RS232 oder .V24</a:t>
            </a:r>
          </a:p>
          <a:p>
            <a:r>
              <a:rPr lang="de-AT" dirty="0"/>
              <a:t>RS422 und RS485</a:t>
            </a:r>
          </a:p>
          <a:p>
            <a:r>
              <a:rPr lang="de-AT" dirty="0"/>
              <a:t>20mA Stromschleife</a:t>
            </a:r>
          </a:p>
          <a:p>
            <a:r>
              <a:rPr lang="de-AT" dirty="0"/>
              <a:t>IEC 61158-2, FISCO-Modell</a:t>
            </a:r>
          </a:p>
          <a:p>
            <a:pPr lvl="1"/>
            <a:r>
              <a:rPr lang="de-AT" dirty="0"/>
              <a:t>Diverse Standards: H1 oder H2 Bus, EX-Schutz, Gerätespeisung</a:t>
            </a:r>
          </a:p>
          <a:p>
            <a:r>
              <a:rPr lang="de-AT" dirty="0"/>
              <a:t>Ethernet</a:t>
            </a:r>
          </a:p>
          <a:p>
            <a:pPr marL="457200" lvl="1" indent="0">
              <a:buNone/>
            </a:pPr>
            <a:endParaRPr lang="de-AT" dirty="0"/>
          </a:p>
          <a:p>
            <a:endParaRPr lang="de-AT" dirty="0"/>
          </a:p>
          <a:p>
            <a:endParaRPr lang="de-AT" dirty="0"/>
          </a:p>
          <a:p>
            <a:endParaRPr lang="de-AT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1F2ADE5-5A62-30C7-3CEA-EF11B0E8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Übersicht über die Schnittstellen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3BD54EC-CA4B-DE2B-A3A7-7A7F1727C9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392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768E752-4383-03A7-9FFB-97F63DD7A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noProof="1"/>
              <a:t>Punkt zu Punkt Verbindung</a:t>
            </a:r>
          </a:p>
          <a:p>
            <a:r>
              <a:rPr lang="de-AT" noProof="1"/>
              <a:t>Übertragungsraten</a:t>
            </a:r>
          </a:p>
          <a:p>
            <a:pPr lvl="1"/>
            <a:r>
              <a:rPr lang="de-AT" noProof="1"/>
              <a:t>1200 Baud bei 900m</a:t>
            </a:r>
          </a:p>
          <a:p>
            <a:pPr lvl="1"/>
            <a:r>
              <a:rPr lang="de-AT" noProof="1"/>
              <a:t>19200 Baud bei 50m</a:t>
            </a:r>
          </a:p>
          <a:p>
            <a:r>
              <a:rPr lang="de-AT" noProof="1"/>
              <a:t>Signalpegel</a:t>
            </a:r>
          </a:p>
          <a:p>
            <a:pPr lvl="1"/>
            <a:r>
              <a:rPr lang="de-AT" noProof="1"/>
              <a:t>-15V ≤ -3V = True || 3V ≤ 15V = False</a:t>
            </a:r>
          </a:p>
          <a:p>
            <a:pPr lvl="1"/>
            <a:r>
              <a:rPr lang="de-AT" noProof="1"/>
              <a:t>Erdunsymmetrisch</a:t>
            </a:r>
          </a:p>
          <a:p>
            <a:r>
              <a:rPr lang="de-AT" noProof="1"/>
              <a:t>Verschiedene Namen und Normen</a:t>
            </a:r>
          </a:p>
          <a:p>
            <a:pPr lvl="1"/>
            <a:r>
              <a:rPr lang="de-AT" noProof="1"/>
              <a:t>RS232C/EIA232 (USA), V.24 (CCITT, international)</a:t>
            </a:r>
          </a:p>
          <a:p>
            <a:endParaRPr lang="de-AT" noProof="1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5028D5E-6EF5-6869-8C2C-EDFD4AAD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Die serielle Schnittstelle RS232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D1AF7A-B820-4C75-7962-6760B0B56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5</a:t>
            </a:fld>
            <a:endParaRPr dirty="0"/>
          </a:p>
        </p:txBody>
      </p:sp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B7B0A5CB-5B7B-BDE8-9790-8A5787303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346263"/>
              </p:ext>
            </p:extLst>
          </p:nvPr>
        </p:nvGraphicFramePr>
        <p:xfrm>
          <a:off x="5973966" y="1195057"/>
          <a:ext cx="4593405" cy="320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286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Graphic spid="1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768E752-4383-03A7-9FFB-97F63DD7A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de-AT" noProof="1"/>
              <a:t>Punkt zu Punkt oder Bus-Verbindung für 32 </a:t>
            </a:r>
            <a:br>
              <a:rPr lang="de-AT" noProof="1"/>
            </a:br>
            <a:r>
              <a:rPr lang="de-AT" noProof="1"/>
              <a:t>Teilnehmer</a:t>
            </a:r>
          </a:p>
          <a:p>
            <a:r>
              <a:rPr lang="de-AT" noProof="1"/>
              <a:t>Übertragungsraten</a:t>
            </a:r>
          </a:p>
          <a:p>
            <a:pPr lvl="1"/>
            <a:r>
              <a:rPr lang="de-AT" noProof="1"/>
              <a:t>93,75 kBaud bei 1200m</a:t>
            </a:r>
          </a:p>
          <a:p>
            <a:pPr lvl="1"/>
            <a:r>
              <a:rPr lang="de-AT" noProof="1"/>
              <a:t>500 kBaud bei 500m</a:t>
            </a:r>
          </a:p>
          <a:p>
            <a:r>
              <a:rPr lang="de-AT" noProof="1"/>
              <a:t>Signalpegel</a:t>
            </a:r>
          </a:p>
          <a:p>
            <a:pPr lvl="1"/>
            <a:r>
              <a:rPr lang="de-AT" noProof="1"/>
              <a:t>-5V ≤ -1,5V = True || -1,5V ≤ 5V = False</a:t>
            </a:r>
          </a:p>
          <a:p>
            <a:pPr lvl="1"/>
            <a:r>
              <a:rPr lang="de-AT" noProof="1"/>
              <a:t>Erdsymmetrisch</a:t>
            </a:r>
          </a:p>
          <a:p>
            <a:r>
              <a:rPr lang="de-AT" noProof="1"/>
              <a:t>Voll- oder Halbduplex, je nach Adernzahl</a:t>
            </a:r>
          </a:p>
          <a:p>
            <a:endParaRPr lang="de-AT" noProof="1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5028D5E-6EF5-6869-8C2C-EDFD4AAD0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Die serielle Schnittstelle RS422/485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CD1AF7A-B820-4C75-7962-6760B0B56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6</a:t>
            </a:fld>
            <a:endParaRPr dirty="0"/>
          </a:p>
        </p:txBody>
      </p:sp>
      <p:graphicFrame>
        <p:nvGraphicFramePr>
          <p:cNvPr id="10" name="Diagramm 9">
            <a:extLst>
              <a:ext uri="{FF2B5EF4-FFF2-40B4-BE49-F238E27FC236}">
                <a16:creationId xmlns:a16="http://schemas.microsoft.com/office/drawing/2014/main" id="{B7B0A5CB-5B7B-BDE8-9790-8A5787303B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9875620"/>
              </p:ext>
            </p:extLst>
          </p:nvPr>
        </p:nvGraphicFramePr>
        <p:xfrm>
          <a:off x="5973966" y="1195057"/>
          <a:ext cx="4593405" cy="320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9200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D3774D2-618D-9565-9D7D-779EAB91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Symmetrische und unsymmetrische Übertragung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C6BAC2-660E-B448-0EF4-A24E50896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7</a:t>
            </a:fld>
            <a:endParaRPr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19E5DDBE-ED22-0DD5-6F1A-65B291E4F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395" y="2166375"/>
            <a:ext cx="5040000" cy="252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98B1403-4715-6790-CFE6-4811668F989B}"/>
              </a:ext>
            </a:extLst>
          </p:cNvPr>
          <p:cNvSpPr txBox="1"/>
          <p:nvPr/>
        </p:nvSpPr>
        <p:spPr>
          <a:xfrm>
            <a:off x="505395" y="5114762"/>
            <a:ext cx="51973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Unsymmetrische Übertragung</a:t>
            </a:r>
          </a:p>
          <a:p>
            <a:r>
              <a:rPr lang="de-AT" dirty="0"/>
              <a:t>Störsignal ist auf Datenleitung gegen Erde, Störung kann nicht entfernt werden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F2C0249F-3E8D-2C0B-8555-2A6E88792BBF}"/>
              </a:ext>
            </a:extLst>
          </p:cNvPr>
          <p:cNvSpPr txBox="1"/>
          <p:nvPr/>
        </p:nvSpPr>
        <p:spPr>
          <a:xfrm>
            <a:off x="5899354" y="5141330"/>
            <a:ext cx="3952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Symmetrische Übertragung</a:t>
            </a:r>
          </a:p>
          <a:p>
            <a:r>
              <a:rPr lang="de-AT" dirty="0"/>
              <a:t>Störsignal ist auf beiden Leitungen, Differenz U+ U- ist Nutzsignal</a:t>
            </a:r>
          </a:p>
        </p:txBody>
      </p:sp>
      <p:pic>
        <p:nvPicPr>
          <p:cNvPr id="1030" name="Picture 6" descr="undefined">
            <a:extLst>
              <a:ext uri="{FF2B5EF4-FFF2-40B4-BE49-F238E27FC236}">
                <a16:creationId xmlns:a16="http://schemas.microsoft.com/office/drawing/2014/main" id="{01181A7F-3DED-880C-5825-E3CA1E6ED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2710" y="2091307"/>
            <a:ext cx="5040000" cy="252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41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61E7B96-9092-A78D-4438-2F077A8527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59999" y="1451113"/>
            <a:ext cx="7584465" cy="4651513"/>
          </a:xfrm>
        </p:spPr>
        <p:txBody>
          <a:bodyPr/>
          <a:lstStyle/>
          <a:p>
            <a:r>
              <a:rPr lang="de-DE" dirty="0"/>
              <a:t>Geschwindigkeiten von 10MBd bis </a:t>
            </a:r>
            <a:br>
              <a:rPr lang="de-DE" dirty="0"/>
            </a:br>
            <a:r>
              <a:rPr lang="de-DE" dirty="0"/>
              <a:t>10GBd</a:t>
            </a:r>
            <a:r>
              <a:rPr lang="de-DE"/>
              <a:t>, optisch oder elektrisch</a:t>
            </a:r>
            <a:endParaRPr lang="de-DE" dirty="0"/>
          </a:p>
          <a:p>
            <a:r>
              <a:rPr lang="de-DE" dirty="0"/>
              <a:t>Unterschiedliche, standardisierte </a:t>
            </a:r>
            <a:br>
              <a:rPr lang="de-DE" dirty="0"/>
            </a:br>
            <a:r>
              <a:rPr lang="de-DE" dirty="0"/>
              <a:t>Kodierungen</a:t>
            </a:r>
          </a:p>
          <a:p>
            <a:pPr lvl="1"/>
            <a:r>
              <a:rPr lang="de-DE" dirty="0"/>
              <a:t>4B5B, 8B10B für Steuersignale und </a:t>
            </a:r>
            <a:br>
              <a:rPr lang="de-DE" dirty="0"/>
            </a:br>
            <a:r>
              <a:rPr lang="de-DE" dirty="0"/>
              <a:t>bessere Taktrückgewinnung </a:t>
            </a:r>
          </a:p>
          <a:p>
            <a:pPr lvl="1"/>
            <a:r>
              <a:rPr lang="de-DE" dirty="0"/>
              <a:t>PAM5 (2,32bits), MLT3(1bit), Multi- / </a:t>
            </a:r>
            <a:r>
              <a:rPr lang="de-DE" dirty="0" err="1"/>
              <a:t>Monomode</a:t>
            </a:r>
            <a:r>
              <a:rPr lang="de-DE" dirty="0"/>
              <a:t> Glasfaser</a:t>
            </a:r>
          </a:p>
          <a:p>
            <a:r>
              <a:rPr lang="de-DE" dirty="0"/>
              <a:t>Symmetrisch ausgeführte </a:t>
            </a:r>
            <a:r>
              <a:rPr lang="de-DE" dirty="0" err="1"/>
              <a:t>Rx</a:t>
            </a:r>
            <a:r>
              <a:rPr lang="de-DE" dirty="0"/>
              <a:t>/</a:t>
            </a:r>
            <a:r>
              <a:rPr lang="de-DE" dirty="0" err="1"/>
              <a:t>Tx</a:t>
            </a:r>
            <a:r>
              <a:rPr lang="de-DE" dirty="0"/>
              <a:t> Leitungen</a:t>
            </a:r>
          </a:p>
          <a:p>
            <a:r>
              <a:rPr lang="de-DE" dirty="0"/>
              <a:t>Findet immer häufiger Anwendung in der PA</a:t>
            </a:r>
          </a:p>
          <a:p>
            <a:endParaRPr lang="de-AT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942186-0311-5501-9A7D-6EB7612E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Ethernet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15EF26-8BA0-DCB1-D49F-8E5F36C2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dirty="0" err="1"/>
              <a:t>Seite</a:t>
            </a:r>
            <a:r>
              <a:rPr lang="en-GB" dirty="0"/>
              <a:t>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8</a:t>
            </a:fld>
            <a:endParaRPr dirty="0"/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0B7F447C-F7B0-5521-9C82-C237C8EF76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762056"/>
              </p:ext>
            </p:extLst>
          </p:nvPr>
        </p:nvGraphicFramePr>
        <p:xfrm>
          <a:off x="6205896" y="1019138"/>
          <a:ext cx="4973383" cy="3463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875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Graphic spid="7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EE1DE8D-1DB5-7D20-8E65-942E14C405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AT" dirty="0"/>
              <a:t>Fragen und Antworten</a:t>
            </a:r>
          </a:p>
        </p:txBody>
      </p:sp>
    </p:spTree>
    <p:extLst>
      <p:ext uri="{BB962C8B-B14F-4D97-AF65-F5344CB8AC3E}">
        <p14:creationId xmlns:p14="http://schemas.microsoft.com/office/powerpoint/2010/main" val="930035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8731BD6-DD83-8C94-6B6C-2E4E88D2B8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0000" y="1441281"/>
            <a:ext cx="8933224" cy="4651513"/>
          </a:xfrm>
        </p:spPr>
        <p:txBody>
          <a:bodyPr/>
          <a:lstStyle/>
          <a:p>
            <a:r>
              <a:rPr lang="de-AT" dirty="0"/>
              <a:t>https://de.aliexpress.com/item/32777916717.html </a:t>
            </a:r>
          </a:p>
          <a:p>
            <a:r>
              <a:rPr lang="de-AT" dirty="0"/>
              <a:t>https://de.wikipedia.org/wiki/Symmetrische_Signal%C3%BCbertragung</a:t>
            </a:r>
          </a:p>
          <a:p>
            <a:r>
              <a:rPr lang="de-AT" dirty="0"/>
              <a:t>Bussysteme in der Prozess- und Automatisierungstechnik, Schnell, Wiedermann, Springer Viehweg,  https://doi.org/10.1007/978-3-658-23688-5</a:t>
            </a:r>
          </a:p>
          <a:p>
            <a:r>
              <a:rPr lang="de-AT" dirty="0"/>
              <a:t>Alle Homepages wurden zuletzt am 19.06.2023 abgerufen</a:t>
            </a:r>
          </a:p>
          <a:p>
            <a:endParaRPr lang="de-AT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E69B163-D8AA-27E9-5341-28D550269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Quellenverzeichnis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6C2A93D-D447-45D1-969A-965868F2C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/>
              <a:t>Seite </a:t>
            </a:r>
            <a:fld id="{D443D198-3BD8-9B40-B32A-21AB276A321F}" type="slidenum">
              <a:rPr smtClean="0"/>
              <a: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4664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2302090-673E-5587-293F-156485D2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Vielen Dank</a:t>
            </a:r>
          </a:p>
        </p:txBody>
      </p:sp>
      <p:sp>
        <p:nvSpPr>
          <p:cNvPr id="2" name="Titel 2">
            <a:extLst>
              <a:ext uri="{FF2B5EF4-FFF2-40B4-BE49-F238E27FC236}">
                <a16:creationId xmlns:a16="http://schemas.microsoft.com/office/drawing/2014/main" id="{3E065C14-D4F1-B373-94C2-0258C8808899}"/>
              </a:ext>
            </a:extLst>
          </p:cNvPr>
          <p:cNvSpPr txBox="1">
            <a:spLocks/>
          </p:cNvSpPr>
          <p:nvPr/>
        </p:nvSpPr>
        <p:spPr>
          <a:xfrm>
            <a:off x="409216" y="2890683"/>
            <a:ext cx="5686784" cy="19369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sz="2000" dirty="0"/>
              <a:t>Kontakt: </a:t>
            </a:r>
          </a:p>
          <a:p>
            <a:r>
              <a:rPr lang="de-AT" sz="2000" dirty="0"/>
              <a:t>Michael Geuze</a:t>
            </a:r>
          </a:p>
          <a:p>
            <a:r>
              <a:rPr lang="de-AT" sz="2000" dirty="0"/>
              <a:t>FH Vorarlberg, ET-Dual, 2023</a:t>
            </a:r>
          </a:p>
          <a:p>
            <a:r>
              <a:rPr lang="de-AT" sz="2000" dirty="0"/>
              <a:t>michael.geuze@students.fhv.at</a:t>
            </a:r>
          </a:p>
        </p:txBody>
      </p:sp>
    </p:spTree>
    <p:extLst>
      <p:ext uri="{BB962C8B-B14F-4D97-AF65-F5344CB8AC3E}">
        <p14:creationId xmlns:p14="http://schemas.microsoft.com/office/powerpoint/2010/main" val="921753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FHV_Farbpalette 1">
      <a:dk1>
        <a:srgbClr val="000000"/>
      </a:dk1>
      <a:lt1>
        <a:srgbClr val="FFFFFF"/>
      </a:lt1>
      <a:dk2>
        <a:srgbClr val="000000"/>
      </a:dk2>
      <a:lt2>
        <a:srgbClr val="FEFFFF"/>
      </a:lt2>
      <a:accent1>
        <a:srgbClr val="C0A1CB"/>
      </a:accent1>
      <a:accent2>
        <a:srgbClr val="ED6E4B"/>
      </a:accent2>
      <a:accent3>
        <a:srgbClr val="FFDB5F"/>
      </a:accent3>
      <a:accent4>
        <a:srgbClr val="99CEF1"/>
      </a:accent4>
      <a:accent5>
        <a:srgbClr val="000000"/>
      </a:accent5>
      <a:accent6>
        <a:srgbClr val="FEFFFF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</Words>
  <Application>Microsoft Office PowerPoint</Application>
  <PresentationFormat>Breitbild</PresentationFormat>
  <Paragraphs>88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</vt:lpstr>
      <vt:lpstr>PowerPoint-Präsentation</vt:lpstr>
      <vt:lpstr>Agenda</vt:lpstr>
      <vt:lpstr>Begrifflichkeiten und Einteilung der Schnittstellen</vt:lpstr>
      <vt:lpstr>Übersicht über die Schnittstellen</vt:lpstr>
      <vt:lpstr>Die serielle Schnittstelle RS232</vt:lpstr>
      <vt:lpstr>Die serielle Schnittstelle RS422/485</vt:lpstr>
      <vt:lpstr>Symmetrische und unsymmetrische Übertragung</vt:lpstr>
      <vt:lpstr>Ethernet</vt:lpstr>
      <vt:lpstr>PowerPoint-Präsentation</vt:lpstr>
      <vt:lpstr>Quellenverzeichnis</vt:lpstr>
      <vt:lpstr>Vielen Dank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 User</dc:creator>
  <cp:lastModifiedBy>GEUZE Michael</cp:lastModifiedBy>
  <cp:revision>96</cp:revision>
  <dcterms:created xsi:type="dcterms:W3CDTF">2021-08-26T08:13:56Z</dcterms:created>
  <dcterms:modified xsi:type="dcterms:W3CDTF">2023-06-23T10:05:27Z</dcterms:modified>
</cp:coreProperties>
</file>