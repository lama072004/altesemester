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5" r:id="rId2"/>
    <p:sldId id="256" r:id="rId3"/>
    <p:sldId id="297" r:id="rId4"/>
    <p:sldId id="295" r:id="rId5"/>
    <p:sldId id="300" r:id="rId6"/>
    <p:sldId id="284" r:id="rId7"/>
    <p:sldId id="299" r:id="rId8"/>
    <p:sldId id="275" r:id="rId9"/>
    <p:sldId id="298" r:id="rId10"/>
    <p:sldId id="293" r:id="rId11"/>
    <p:sldId id="301" r:id="rId12"/>
    <p:sldId id="302" r:id="rId13"/>
    <p:sldId id="303" r:id="rId14"/>
    <p:sldId id="304" r:id="rId15"/>
    <p:sldId id="305" r:id="rId16"/>
    <p:sldId id="290" r:id="rId17"/>
    <p:sldId id="306" r:id="rId18"/>
    <p:sldId id="307" r:id="rId19"/>
    <p:sldId id="294" r:id="rId20"/>
  </p:sldIdLst>
  <p:sldSz cx="16257588" cy="10158413"/>
  <p:notesSz cx="6858000" cy="9144000"/>
  <p:defaultTextStyle>
    <a:defPPr>
      <a:defRPr lang="en-US"/>
    </a:defPPr>
    <a:lvl1pPr marL="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547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094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641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188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735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282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829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037600" algn="l" defTabSz="75470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0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UZE Michael" initials="GM" lastIdx="1" clrIdx="0">
    <p:extLst>
      <p:ext uri="{19B8F6BF-5375-455C-9EA6-DF929625EA0E}">
        <p15:presenceInfo xmlns:p15="http://schemas.microsoft.com/office/powerpoint/2012/main" userId="S::mge9869@students.fhv.at::7745a197-f4b0-4247-9e69-96976d9a43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2C45"/>
    <a:srgbClr val="BD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43EFA-46F1-E7AB-508F-F58CB3F83BEF}" v="117" dt="2021-12-01T09:38:04.509"/>
    <p1510:client id="{58DE309B-62F0-0D62-453C-F2391398270F}" v="457" dt="2021-12-01T19:49:36.415"/>
    <p1510:client id="{A7CC7471-D2D0-4229-811D-844C9D7EA9F0}" v="140" dt="2021-12-01T18:06:53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200"/>
        <p:guide pos="512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G Jonas" userId="S::jpr9607@students.fhv.at::679960e8-71e8-4f7b-ab5b-862de58edda5" providerId="AD" clId="Web-{04E62F26-6965-5933-93BF-AF05ECF4E38C}"/>
    <pc:docChg chg="addSld modSld">
      <pc:chgData name="PREG Jonas" userId="S::jpr9607@students.fhv.at::679960e8-71e8-4f7b-ab5b-862de58edda5" providerId="AD" clId="Web-{04E62F26-6965-5933-93BF-AF05ECF4E38C}" dt="2021-11-28T12:59:09.125" v="351" actId="20577"/>
      <pc:docMkLst>
        <pc:docMk/>
      </pc:docMkLst>
      <pc:sldChg chg="modSp">
        <pc:chgData name="PREG Jonas" userId="S::jpr9607@students.fhv.at::679960e8-71e8-4f7b-ab5b-862de58edda5" providerId="AD" clId="Web-{04E62F26-6965-5933-93BF-AF05ECF4E38C}" dt="2021-11-28T12:59:09.125" v="351" actId="20577"/>
        <pc:sldMkLst>
          <pc:docMk/>
          <pc:sldMk cId="2697732137" sldId="256"/>
        </pc:sldMkLst>
        <pc:spChg chg="mod">
          <ac:chgData name="PREG Jonas" userId="S::jpr9607@students.fhv.at::679960e8-71e8-4f7b-ab5b-862de58edda5" providerId="AD" clId="Web-{04E62F26-6965-5933-93BF-AF05ECF4E38C}" dt="2021-11-28T12:59:09.125" v="351" actId="20577"/>
          <ac:spMkLst>
            <pc:docMk/>
            <pc:sldMk cId="2697732137" sldId="256"/>
            <ac:spMk id="7" creationId="{00000000-0000-0000-0000-000000000000}"/>
          </ac:spMkLst>
        </pc:spChg>
      </pc:sldChg>
      <pc:sldChg chg="addSp delSp modSp">
        <pc:chgData name="PREG Jonas" userId="S::jpr9607@students.fhv.at::679960e8-71e8-4f7b-ab5b-862de58edda5" providerId="AD" clId="Web-{04E62F26-6965-5933-93BF-AF05ECF4E38C}" dt="2021-11-28T12:39:32.821" v="4"/>
        <pc:sldMkLst>
          <pc:docMk/>
          <pc:sldMk cId="2263640201" sldId="275"/>
        </pc:sldMkLst>
        <pc:picChg chg="add del mod">
          <ac:chgData name="PREG Jonas" userId="S::jpr9607@students.fhv.at::679960e8-71e8-4f7b-ab5b-862de58edda5" providerId="AD" clId="Web-{04E62F26-6965-5933-93BF-AF05ECF4E38C}" dt="2021-11-28T12:39:32.821" v="4"/>
          <ac:picMkLst>
            <pc:docMk/>
            <pc:sldMk cId="2263640201" sldId="275"/>
            <ac:picMk id="2" creationId="{15933EC4-4BC1-44DC-B36D-1184ADCE3EFA}"/>
          </ac:picMkLst>
        </pc:picChg>
      </pc:sldChg>
      <pc:sldChg chg="addSp modSp">
        <pc:chgData name="PREG Jonas" userId="S::jpr9607@students.fhv.at::679960e8-71e8-4f7b-ab5b-862de58edda5" providerId="AD" clId="Web-{04E62F26-6965-5933-93BF-AF05ECF4E38C}" dt="2021-11-28T12:52:47.055" v="172" actId="20577"/>
        <pc:sldMkLst>
          <pc:docMk/>
          <pc:sldMk cId="1662621325" sldId="293"/>
        </pc:sldMkLst>
        <pc:spChg chg="mod">
          <ac:chgData name="PREG Jonas" userId="S::jpr9607@students.fhv.at::679960e8-71e8-4f7b-ab5b-862de58edda5" providerId="AD" clId="Web-{04E62F26-6965-5933-93BF-AF05ECF4E38C}" dt="2021-11-28T12:44:57.249" v="107" actId="20577"/>
          <ac:spMkLst>
            <pc:docMk/>
            <pc:sldMk cId="1662621325" sldId="293"/>
            <ac:spMk id="2" creationId="{00000000-0000-0000-0000-000000000000}"/>
          </ac:spMkLst>
        </pc:spChg>
        <pc:spChg chg="mod">
          <ac:chgData name="PREG Jonas" userId="S::jpr9607@students.fhv.at::679960e8-71e8-4f7b-ab5b-862de58edda5" providerId="AD" clId="Web-{04E62F26-6965-5933-93BF-AF05ECF4E38C}" dt="2021-11-28T12:52:47.055" v="172" actId="20577"/>
          <ac:spMkLst>
            <pc:docMk/>
            <pc:sldMk cId="1662621325" sldId="293"/>
            <ac:spMk id="3" creationId="{00000000-0000-0000-0000-000000000000}"/>
          </ac:spMkLst>
        </pc:spChg>
        <pc:picChg chg="add mod">
          <ac:chgData name="PREG Jonas" userId="S::jpr9607@students.fhv.at::679960e8-71e8-4f7b-ab5b-862de58edda5" providerId="AD" clId="Web-{04E62F26-6965-5933-93BF-AF05ECF4E38C}" dt="2021-11-28T12:47:56.065" v="127" actId="14100"/>
          <ac:picMkLst>
            <pc:docMk/>
            <pc:sldMk cId="1662621325" sldId="293"/>
            <ac:picMk id="4" creationId="{37CC354C-6AC8-4C96-B4CE-555D443E8A67}"/>
          </ac:picMkLst>
        </pc:picChg>
        <pc:picChg chg="add mod">
          <ac:chgData name="PREG Jonas" userId="S::jpr9607@students.fhv.at::679960e8-71e8-4f7b-ab5b-862de58edda5" providerId="AD" clId="Web-{04E62F26-6965-5933-93BF-AF05ECF4E38C}" dt="2021-11-28T12:47:57.346" v="128" actId="1076"/>
          <ac:picMkLst>
            <pc:docMk/>
            <pc:sldMk cId="1662621325" sldId="293"/>
            <ac:picMk id="5" creationId="{420F434F-7C54-4CEC-80D8-720C092267AA}"/>
          </ac:picMkLst>
        </pc:picChg>
      </pc:sldChg>
      <pc:sldChg chg="addSp delSp modSp">
        <pc:chgData name="PREG Jonas" userId="S::jpr9607@students.fhv.at::679960e8-71e8-4f7b-ab5b-862de58edda5" providerId="AD" clId="Web-{04E62F26-6965-5933-93BF-AF05ECF4E38C}" dt="2021-11-28T12:52:59.806" v="195" actId="20577"/>
        <pc:sldMkLst>
          <pc:docMk/>
          <pc:sldMk cId="760185116" sldId="298"/>
        </pc:sldMkLst>
        <pc:spChg chg="mod">
          <ac:chgData name="PREG Jonas" userId="S::jpr9607@students.fhv.at::679960e8-71e8-4f7b-ab5b-862de58edda5" providerId="AD" clId="Web-{04E62F26-6965-5933-93BF-AF05ECF4E38C}" dt="2021-11-28T12:42:02.480" v="66" actId="20577"/>
          <ac:spMkLst>
            <pc:docMk/>
            <pc:sldMk cId="760185116" sldId="298"/>
            <ac:spMk id="2" creationId="{00000000-0000-0000-0000-000000000000}"/>
          </ac:spMkLst>
        </pc:spChg>
        <pc:spChg chg="mod">
          <ac:chgData name="PREG Jonas" userId="S::jpr9607@students.fhv.at::679960e8-71e8-4f7b-ab5b-862de58edda5" providerId="AD" clId="Web-{04E62F26-6965-5933-93BF-AF05ECF4E38C}" dt="2021-11-28T12:52:59.806" v="195" actId="20577"/>
          <ac:spMkLst>
            <pc:docMk/>
            <pc:sldMk cId="760185116" sldId="298"/>
            <ac:spMk id="3" creationId="{00000000-0000-0000-0000-000000000000}"/>
          </ac:spMkLst>
        </pc:spChg>
        <pc:spChg chg="add mod">
          <ac:chgData name="PREG Jonas" userId="S::jpr9607@students.fhv.at::679960e8-71e8-4f7b-ab5b-862de58edda5" providerId="AD" clId="Web-{04E62F26-6965-5933-93BF-AF05ECF4E38C}" dt="2021-11-28T12:44:22.280" v="98" actId="1076"/>
          <ac:spMkLst>
            <pc:docMk/>
            <pc:sldMk cId="760185116" sldId="298"/>
            <ac:spMk id="4" creationId="{52E84399-3EB6-4D75-8170-1186491BB661}"/>
          </ac:spMkLst>
        </pc:spChg>
        <pc:spChg chg="add mod">
          <ac:chgData name="PREG Jonas" userId="S::jpr9607@students.fhv.at::679960e8-71e8-4f7b-ab5b-862de58edda5" providerId="AD" clId="Web-{04E62F26-6965-5933-93BF-AF05ECF4E38C}" dt="2021-11-28T12:44:15.217" v="97" actId="20577"/>
          <ac:spMkLst>
            <pc:docMk/>
            <pc:sldMk cId="760185116" sldId="298"/>
            <ac:spMk id="6" creationId="{A01F7BA5-10E5-40E4-8AEC-D76DAC13C863}"/>
          </ac:spMkLst>
        </pc:spChg>
        <pc:picChg chg="del mod">
          <ac:chgData name="PREG Jonas" userId="S::jpr9607@students.fhv.at::679960e8-71e8-4f7b-ab5b-862de58edda5" providerId="AD" clId="Web-{04E62F26-6965-5933-93BF-AF05ECF4E38C}" dt="2021-11-28T12:44:28.967" v="100"/>
          <ac:picMkLst>
            <pc:docMk/>
            <pc:sldMk cId="760185116" sldId="298"/>
            <ac:picMk id="7" creationId="{00000000-0000-0000-0000-000000000000}"/>
          </ac:picMkLst>
        </pc:picChg>
        <pc:picChg chg="del">
          <ac:chgData name="PREG Jonas" userId="S::jpr9607@students.fhv.at::679960e8-71e8-4f7b-ab5b-862de58edda5" providerId="AD" clId="Web-{04E62F26-6965-5933-93BF-AF05ECF4E38C}" dt="2021-11-28T12:44:31.077" v="101"/>
          <ac:picMkLst>
            <pc:docMk/>
            <pc:sldMk cId="760185116" sldId="298"/>
            <ac:picMk id="8" creationId="{00000000-0000-0000-0000-000000000000}"/>
          </ac:picMkLst>
        </pc:picChg>
        <pc:picChg chg="add mod">
          <ac:chgData name="PREG Jonas" userId="S::jpr9607@students.fhv.at::679960e8-71e8-4f7b-ab5b-862de58edda5" providerId="AD" clId="Web-{04E62F26-6965-5933-93BF-AF05ECF4E38C}" dt="2021-11-28T12:44:39.577" v="102" actId="1076"/>
          <ac:picMkLst>
            <pc:docMk/>
            <pc:sldMk cId="760185116" sldId="298"/>
            <ac:picMk id="9" creationId="{F4608AA9-A9B5-4C8C-B7D6-DA80624A74C9}"/>
          </ac:picMkLst>
        </pc:picChg>
      </pc:sldChg>
      <pc:sldChg chg="modSp new">
        <pc:chgData name="PREG Jonas" userId="S::jpr9607@students.fhv.at::679960e8-71e8-4f7b-ab5b-862de58edda5" providerId="AD" clId="Web-{04E62F26-6965-5933-93BF-AF05ECF4E38C}" dt="2021-11-28T12:58:17.171" v="323" actId="20577"/>
        <pc:sldMkLst>
          <pc:docMk/>
          <pc:sldMk cId="2909679201" sldId="301"/>
        </pc:sldMkLst>
        <pc:spChg chg="mod">
          <ac:chgData name="PREG Jonas" userId="S::jpr9607@students.fhv.at::679960e8-71e8-4f7b-ab5b-862de58edda5" providerId="AD" clId="Web-{04E62F26-6965-5933-93BF-AF05ECF4E38C}" dt="2021-11-28T12:53:51.775" v="201" actId="20577"/>
          <ac:spMkLst>
            <pc:docMk/>
            <pc:sldMk cId="2909679201" sldId="301"/>
            <ac:spMk id="2" creationId="{1B9FE03B-5A6B-4FB6-8BDA-7EAC94280CEF}"/>
          </ac:spMkLst>
        </pc:spChg>
        <pc:spChg chg="mod">
          <ac:chgData name="PREG Jonas" userId="S::jpr9607@students.fhv.at::679960e8-71e8-4f7b-ab5b-862de58edda5" providerId="AD" clId="Web-{04E62F26-6965-5933-93BF-AF05ECF4E38C}" dt="2021-11-28T12:58:17.171" v="323" actId="20577"/>
          <ac:spMkLst>
            <pc:docMk/>
            <pc:sldMk cId="2909679201" sldId="301"/>
            <ac:spMk id="3" creationId="{C55A31E1-8ABB-447E-958C-2D4374D0270E}"/>
          </ac:spMkLst>
        </pc:spChg>
      </pc:sldChg>
    </pc:docChg>
  </pc:docChgLst>
  <pc:docChgLst>
    <pc:chgData name="GEUZE Michael" userId="7745a197-f4b0-4247-9e69-96976d9a4300" providerId="ADAL" clId="{C56E11A5-EE2D-4E8E-9DF5-2B0AFFAF48A4}"/>
    <pc:docChg chg="custSel modSld">
      <pc:chgData name="GEUZE Michael" userId="7745a197-f4b0-4247-9e69-96976d9a4300" providerId="ADAL" clId="{C56E11A5-EE2D-4E8E-9DF5-2B0AFFAF48A4}" dt="2021-12-01T15:53:24.005" v="3" actId="729"/>
      <pc:docMkLst>
        <pc:docMk/>
      </pc:docMkLst>
      <pc:sldChg chg="modSp mod">
        <pc:chgData name="GEUZE Michael" userId="7745a197-f4b0-4247-9e69-96976d9a4300" providerId="ADAL" clId="{C56E11A5-EE2D-4E8E-9DF5-2B0AFFAF48A4}" dt="2021-12-01T15:32:27.188" v="0" actId="207"/>
        <pc:sldMkLst>
          <pc:docMk/>
          <pc:sldMk cId="1302800495" sldId="294"/>
        </pc:sldMkLst>
        <pc:spChg chg="mod">
          <ac:chgData name="GEUZE Michael" userId="7745a197-f4b0-4247-9e69-96976d9a4300" providerId="ADAL" clId="{C56E11A5-EE2D-4E8E-9DF5-2B0AFFAF48A4}" dt="2021-12-01T15:32:27.188" v="0" actId="207"/>
          <ac:spMkLst>
            <pc:docMk/>
            <pc:sldMk cId="1302800495" sldId="294"/>
            <ac:spMk id="2" creationId="{03EB600B-1C85-48BC-9AAC-23256730CBDE}"/>
          </ac:spMkLst>
        </pc:spChg>
      </pc:sldChg>
      <pc:sldChg chg="addSp delSp modSp mod modShow chgLayout">
        <pc:chgData name="GEUZE Michael" userId="7745a197-f4b0-4247-9e69-96976d9a4300" providerId="ADAL" clId="{C56E11A5-EE2D-4E8E-9DF5-2B0AFFAF48A4}" dt="2021-12-01T15:53:24.005" v="3" actId="729"/>
        <pc:sldMkLst>
          <pc:docMk/>
          <pc:sldMk cId="4135496015" sldId="299"/>
        </pc:sldMkLst>
        <pc:spChg chg="add del mod">
          <ac:chgData name="GEUZE Michael" userId="7745a197-f4b0-4247-9e69-96976d9a4300" providerId="ADAL" clId="{C56E11A5-EE2D-4E8E-9DF5-2B0AFFAF48A4}" dt="2021-12-01T15:53:17.185" v="2" actId="6264"/>
          <ac:spMkLst>
            <pc:docMk/>
            <pc:sldMk cId="4135496015" sldId="299"/>
            <ac:spMk id="2" creationId="{B28334DE-653B-4CC1-831C-55A44123D30B}"/>
          </ac:spMkLst>
        </pc:spChg>
        <pc:spChg chg="add del mod">
          <ac:chgData name="GEUZE Michael" userId="7745a197-f4b0-4247-9e69-96976d9a4300" providerId="ADAL" clId="{C56E11A5-EE2D-4E8E-9DF5-2B0AFFAF48A4}" dt="2021-12-01T15:53:17.185" v="2" actId="6264"/>
          <ac:spMkLst>
            <pc:docMk/>
            <pc:sldMk cId="4135496015" sldId="299"/>
            <ac:spMk id="3" creationId="{B531E0DB-5E53-4690-992A-4636C8443F01}"/>
          </ac:spMkLst>
        </pc:spChg>
        <pc:spChg chg="mod ord">
          <ac:chgData name="GEUZE Michael" userId="7745a197-f4b0-4247-9e69-96976d9a4300" providerId="ADAL" clId="{C56E11A5-EE2D-4E8E-9DF5-2B0AFFAF48A4}" dt="2021-12-01T15:53:17.185" v="2" actId="6264"/>
          <ac:spMkLst>
            <pc:docMk/>
            <pc:sldMk cId="4135496015" sldId="299"/>
            <ac:spMk id="7" creationId="{75B24259-0172-4D2D-8C1B-2BEB9F8D0954}"/>
          </ac:spMkLst>
        </pc:spChg>
        <pc:spChg chg="mod ord">
          <ac:chgData name="GEUZE Michael" userId="7745a197-f4b0-4247-9e69-96976d9a4300" providerId="ADAL" clId="{C56E11A5-EE2D-4E8E-9DF5-2B0AFFAF48A4}" dt="2021-12-01T15:53:17.185" v="2" actId="6264"/>
          <ac:spMkLst>
            <pc:docMk/>
            <pc:sldMk cId="4135496015" sldId="299"/>
            <ac:spMk id="8" creationId="{9152505B-E0CF-44E1-BD9F-486B383EDF70}"/>
          </ac:spMkLst>
        </pc:spChg>
      </pc:sldChg>
    </pc:docChg>
  </pc:docChgLst>
  <pc:docChgLst>
    <pc:chgData name="PREG Jonas" userId="679960e8-71e8-4f7b-ab5b-862de58edda5" providerId="ADAL" clId="{A7CC7471-D2D0-4229-811D-844C9D7EA9F0}"/>
    <pc:docChg chg="undo custSel modSld">
      <pc:chgData name="PREG Jonas" userId="679960e8-71e8-4f7b-ab5b-862de58edda5" providerId="ADAL" clId="{A7CC7471-D2D0-4229-811D-844C9D7EA9F0}" dt="2021-12-01T18:06:53.393" v="233" actId="207"/>
      <pc:docMkLst>
        <pc:docMk/>
      </pc:docMkLst>
      <pc:sldChg chg="addSp delSp modSp mod">
        <pc:chgData name="PREG Jonas" userId="679960e8-71e8-4f7b-ab5b-862de58edda5" providerId="ADAL" clId="{A7CC7471-D2D0-4229-811D-844C9D7EA9F0}" dt="2021-12-01T18:04:03.343" v="159" actId="1076"/>
        <pc:sldMkLst>
          <pc:docMk/>
          <pc:sldMk cId="1662621325" sldId="293"/>
        </pc:sldMkLst>
        <pc:spChg chg="mod">
          <ac:chgData name="PREG Jonas" userId="679960e8-71e8-4f7b-ab5b-862de58edda5" providerId="ADAL" clId="{A7CC7471-D2D0-4229-811D-844C9D7EA9F0}" dt="2021-12-01T08:15:47.901" v="64" actId="20577"/>
          <ac:spMkLst>
            <pc:docMk/>
            <pc:sldMk cId="1662621325" sldId="293"/>
            <ac:spMk id="3" creationId="{00000000-0000-0000-0000-000000000000}"/>
          </ac:spMkLst>
        </pc:spChg>
        <pc:spChg chg="add mod">
          <ac:chgData name="PREG Jonas" userId="679960e8-71e8-4f7b-ab5b-862de58edda5" providerId="ADAL" clId="{A7CC7471-D2D0-4229-811D-844C9D7EA9F0}" dt="2021-12-01T18:04:03.343" v="159" actId="1076"/>
          <ac:spMkLst>
            <pc:docMk/>
            <pc:sldMk cId="1662621325" sldId="293"/>
            <ac:spMk id="6" creationId="{5A737497-1B9A-4E8D-9EA3-541C9EA68B42}"/>
          </ac:spMkLst>
        </pc:spChg>
        <pc:picChg chg="mod">
          <ac:chgData name="PREG Jonas" userId="679960e8-71e8-4f7b-ab5b-862de58edda5" providerId="ADAL" clId="{A7CC7471-D2D0-4229-811D-844C9D7EA9F0}" dt="2021-12-01T18:03:34.437" v="144" actId="1076"/>
          <ac:picMkLst>
            <pc:docMk/>
            <pc:sldMk cId="1662621325" sldId="293"/>
            <ac:picMk id="4" creationId="{37CC354C-6AC8-4C96-B4CE-555D443E8A67}"/>
          </ac:picMkLst>
        </pc:picChg>
        <pc:picChg chg="del mod">
          <ac:chgData name="PREG Jonas" userId="679960e8-71e8-4f7b-ab5b-862de58edda5" providerId="ADAL" clId="{A7CC7471-D2D0-4229-811D-844C9D7EA9F0}" dt="2021-12-01T18:03:25.621" v="141" actId="478"/>
          <ac:picMkLst>
            <pc:docMk/>
            <pc:sldMk cId="1662621325" sldId="293"/>
            <ac:picMk id="5" creationId="{420F434F-7C54-4CEC-80D8-720C092267AA}"/>
          </ac:picMkLst>
        </pc:picChg>
      </pc:sldChg>
      <pc:sldChg chg="modSp mod">
        <pc:chgData name="PREG Jonas" userId="679960e8-71e8-4f7b-ab5b-862de58edda5" providerId="ADAL" clId="{A7CC7471-D2D0-4229-811D-844C9D7EA9F0}" dt="2021-12-01T18:06:53.393" v="233" actId="207"/>
        <pc:sldMkLst>
          <pc:docMk/>
          <pc:sldMk cId="3808559312" sldId="297"/>
        </pc:sldMkLst>
        <pc:spChg chg="mod">
          <ac:chgData name="PREG Jonas" userId="679960e8-71e8-4f7b-ab5b-862de58edda5" providerId="ADAL" clId="{A7CC7471-D2D0-4229-811D-844C9D7EA9F0}" dt="2021-12-01T18:06:53.393" v="233" actId="207"/>
          <ac:spMkLst>
            <pc:docMk/>
            <pc:sldMk cId="3808559312" sldId="297"/>
            <ac:spMk id="7" creationId="{2AB046A0-3613-44A9-834F-3DF1ED38A876}"/>
          </ac:spMkLst>
        </pc:spChg>
      </pc:sldChg>
      <pc:sldChg chg="addSp delSp modSp mod">
        <pc:chgData name="PREG Jonas" userId="679960e8-71e8-4f7b-ab5b-862de58edda5" providerId="ADAL" clId="{A7CC7471-D2D0-4229-811D-844C9D7EA9F0}" dt="2021-12-01T18:02:29.870" v="140" actId="255"/>
        <pc:sldMkLst>
          <pc:docMk/>
          <pc:sldMk cId="760185116" sldId="298"/>
        </pc:sldMkLst>
        <pc:spChg chg="mod">
          <ac:chgData name="PREG Jonas" userId="679960e8-71e8-4f7b-ab5b-862de58edda5" providerId="ADAL" clId="{A7CC7471-D2D0-4229-811D-844C9D7EA9F0}" dt="2021-12-01T18:01:29.535" v="120"/>
          <ac:spMkLst>
            <pc:docMk/>
            <pc:sldMk cId="760185116" sldId="298"/>
            <ac:spMk id="3" creationId="{00000000-0000-0000-0000-000000000000}"/>
          </ac:spMkLst>
        </pc:spChg>
        <pc:spChg chg="add del mod">
          <ac:chgData name="PREG Jonas" userId="679960e8-71e8-4f7b-ab5b-862de58edda5" providerId="ADAL" clId="{A7CC7471-D2D0-4229-811D-844C9D7EA9F0}" dt="2021-12-01T18:01:24.122" v="115" actId="478"/>
          <ac:spMkLst>
            <pc:docMk/>
            <pc:sldMk cId="760185116" sldId="298"/>
            <ac:spMk id="4" creationId="{BD07AAEA-39C9-47E3-86A5-7B36A0E34DB0}"/>
          </ac:spMkLst>
        </pc:spChg>
        <pc:spChg chg="add del">
          <ac:chgData name="PREG Jonas" userId="679960e8-71e8-4f7b-ab5b-862de58edda5" providerId="ADAL" clId="{A7CC7471-D2D0-4229-811D-844C9D7EA9F0}" dt="2021-12-01T18:01:29.038" v="119" actId="22"/>
          <ac:spMkLst>
            <pc:docMk/>
            <pc:sldMk cId="760185116" sldId="298"/>
            <ac:spMk id="7" creationId="{5F9A5E72-2274-4914-AA7E-075BBB396DB3}"/>
          </ac:spMkLst>
        </pc:spChg>
        <pc:spChg chg="add mod">
          <ac:chgData name="PREG Jonas" userId="679960e8-71e8-4f7b-ab5b-862de58edda5" providerId="ADAL" clId="{A7CC7471-D2D0-4229-811D-844C9D7EA9F0}" dt="2021-12-01T18:02:29.870" v="140" actId="255"/>
          <ac:spMkLst>
            <pc:docMk/>
            <pc:sldMk cId="760185116" sldId="298"/>
            <ac:spMk id="10" creationId="{C00BF90C-6AB5-4640-BFF7-7AE9E196F980}"/>
          </ac:spMkLst>
        </pc:spChg>
        <pc:picChg chg="mod">
          <ac:chgData name="PREG Jonas" userId="679960e8-71e8-4f7b-ab5b-862de58edda5" providerId="ADAL" clId="{A7CC7471-D2D0-4229-811D-844C9D7EA9F0}" dt="2021-12-01T18:00:29.606" v="98" actId="962"/>
          <ac:picMkLst>
            <pc:docMk/>
            <pc:sldMk cId="760185116" sldId="298"/>
            <ac:picMk id="9" creationId="{F4608AA9-A9B5-4C8C-B7D6-DA80624A74C9}"/>
          </ac:picMkLst>
        </pc:picChg>
      </pc:sldChg>
      <pc:sldChg chg="addSp delSp modSp mod modClrScheme chgLayout">
        <pc:chgData name="PREG Jonas" userId="679960e8-71e8-4f7b-ab5b-862de58edda5" providerId="ADAL" clId="{A7CC7471-D2D0-4229-811D-844C9D7EA9F0}" dt="2021-12-01T07:46:24.993" v="11"/>
        <pc:sldMkLst>
          <pc:docMk/>
          <pc:sldMk cId="2909679201" sldId="301"/>
        </pc:sldMkLst>
        <pc:spChg chg="mod ord">
          <ac:chgData name="PREG Jonas" userId="679960e8-71e8-4f7b-ab5b-862de58edda5" providerId="ADAL" clId="{A7CC7471-D2D0-4229-811D-844C9D7EA9F0}" dt="2021-12-01T07:46:00.149" v="2" actId="700"/>
          <ac:spMkLst>
            <pc:docMk/>
            <pc:sldMk cId="2909679201" sldId="301"/>
            <ac:spMk id="2" creationId="{1B9FE03B-5A6B-4FB6-8BDA-7EAC94280CEF}"/>
          </ac:spMkLst>
        </pc:spChg>
        <pc:spChg chg="mod ord">
          <ac:chgData name="PREG Jonas" userId="679960e8-71e8-4f7b-ab5b-862de58edda5" providerId="ADAL" clId="{A7CC7471-D2D0-4229-811D-844C9D7EA9F0}" dt="2021-12-01T07:46:00.149" v="2" actId="700"/>
          <ac:spMkLst>
            <pc:docMk/>
            <pc:sldMk cId="2909679201" sldId="301"/>
            <ac:spMk id="3" creationId="{C55A31E1-8ABB-447E-958C-2D4374D0270E}"/>
          </ac:spMkLst>
        </pc:spChg>
        <pc:spChg chg="add del mod ord">
          <ac:chgData name="PREG Jonas" userId="679960e8-71e8-4f7b-ab5b-862de58edda5" providerId="ADAL" clId="{A7CC7471-D2D0-4229-811D-844C9D7EA9F0}" dt="2021-12-01T07:46:24.993" v="11"/>
          <ac:spMkLst>
            <pc:docMk/>
            <pc:sldMk cId="2909679201" sldId="301"/>
            <ac:spMk id="4" creationId="{21ADDEBB-CBB3-4B01-821E-39E2C26B3312}"/>
          </ac:spMkLst>
        </pc:spChg>
        <pc:picChg chg="add del mod">
          <ac:chgData name="PREG Jonas" userId="679960e8-71e8-4f7b-ab5b-862de58edda5" providerId="ADAL" clId="{A7CC7471-D2D0-4229-811D-844C9D7EA9F0}" dt="2021-12-01T07:46:15.301" v="9"/>
          <ac:picMkLst>
            <pc:docMk/>
            <pc:sldMk cId="2909679201" sldId="301"/>
            <ac:picMk id="1026" creationId="{BF042F32-F35C-4E43-9BCD-2146698E4021}"/>
          </ac:picMkLst>
        </pc:picChg>
        <pc:picChg chg="add mod">
          <ac:chgData name="PREG Jonas" userId="679960e8-71e8-4f7b-ab5b-862de58edda5" providerId="ADAL" clId="{A7CC7471-D2D0-4229-811D-844C9D7EA9F0}" dt="2021-12-01T07:46:24.993" v="11"/>
          <ac:picMkLst>
            <pc:docMk/>
            <pc:sldMk cId="2909679201" sldId="301"/>
            <ac:picMk id="1028" creationId="{8AFFEA6D-3EC4-411C-9E69-4B8F707A08B9}"/>
          </ac:picMkLst>
        </pc:picChg>
      </pc:sldChg>
    </pc:docChg>
  </pc:docChgLst>
  <pc:docChgLst>
    <pc:chgData name="Gastbenutzer" userId="S::urn:spo:anon#00f1ce4df292ee89d4b7d62d24516d82bd9729707b84a84108170258c49c7b15::" providerId="AD" clId="Web-{0AC43EFA-46F1-E7AB-508F-F58CB3F83BEF}"/>
    <pc:docChg chg="modSld">
      <pc:chgData name="Gastbenutzer" userId="S::urn:spo:anon#00f1ce4df292ee89d4b7d62d24516d82bd9729707b84a84108170258c49c7b15::" providerId="AD" clId="Web-{0AC43EFA-46F1-E7AB-508F-F58CB3F83BEF}" dt="2021-12-01T09:38:04.509" v="99" actId="1076"/>
      <pc:docMkLst>
        <pc:docMk/>
      </pc:docMkLst>
      <pc:sldChg chg="modSp">
        <pc:chgData name="Gastbenutzer" userId="S::urn:spo:anon#00f1ce4df292ee89d4b7d62d24516d82bd9729707b84a84108170258c49c7b15::" providerId="AD" clId="Web-{0AC43EFA-46F1-E7AB-508F-F58CB3F83BEF}" dt="2021-12-01T08:50:05.690" v="91" actId="1076"/>
        <pc:sldMkLst>
          <pc:docMk/>
          <pc:sldMk cId="2631457970" sldId="290"/>
        </pc:sldMkLst>
        <pc:spChg chg="mod">
          <ac:chgData name="Gastbenutzer" userId="S::urn:spo:anon#00f1ce4df292ee89d4b7d62d24516d82bd9729707b84a84108170258c49c7b15::" providerId="AD" clId="Web-{0AC43EFA-46F1-E7AB-508F-F58CB3F83BEF}" dt="2021-12-01T08:50:05.690" v="91" actId="1076"/>
          <ac:spMkLst>
            <pc:docMk/>
            <pc:sldMk cId="2631457970" sldId="290"/>
            <ac:spMk id="7" creationId="{326FA609-DCE6-4B61-8AE3-74F5E5382E4E}"/>
          </ac:spMkLst>
        </pc:spChg>
      </pc:sldChg>
      <pc:sldChg chg="addSp delSp modSp">
        <pc:chgData name="Gastbenutzer" userId="S::urn:spo:anon#00f1ce4df292ee89d4b7d62d24516d82bd9729707b84a84108170258c49c7b15::" providerId="AD" clId="Web-{0AC43EFA-46F1-E7AB-508F-F58CB3F83BEF}" dt="2021-12-01T08:50:36.097" v="95" actId="1076"/>
        <pc:sldMkLst>
          <pc:docMk/>
          <pc:sldMk cId="1302800495" sldId="294"/>
        </pc:sldMkLst>
        <pc:spChg chg="mod">
          <ac:chgData name="Gastbenutzer" userId="S::urn:spo:anon#00f1ce4df292ee89d4b7d62d24516d82bd9729707b84a84108170258c49c7b15::" providerId="AD" clId="Web-{0AC43EFA-46F1-E7AB-508F-F58CB3F83BEF}" dt="2021-12-01T08:50:36.097" v="95" actId="1076"/>
          <ac:spMkLst>
            <pc:docMk/>
            <pc:sldMk cId="1302800495" sldId="294"/>
            <ac:spMk id="2" creationId="{03EB600B-1C85-48BC-9AAC-23256730CBDE}"/>
          </ac:spMkLst>
        </pc:spChg>
        <pc:spChg chg="add del">
          <ac:chgData name="Gastbenutzer" userId="S::urn:spo:anon#00f1ce4df292ee89d4b7d62d24516d82bd9729707b84a84108170258c49c7b15::" providerId="AD" clId="Web-{0AC43EFA-46F1-E7AB-508F-F58CB3F83BEF}" dt="2021-12-01T08:50:25.113" v="93"/>
          <ac:spMkLst>
            <pc:docMk/>
            <pc:sldMk cId="1302800495" sldId="294"/>
            <ac:spMk id="3" creationId="{4D70A7F6-1CCE-46FF-B235-102B4C810CE2}"/>
          </ac:spMkLst>
        </pc:spChg>
      </pc:sldChg>
      <pc:sldChg chg="modSp">
        <pc:chgData name="Gastbenutzer" userId="S::urn:spo:anon#00f1ce4df292ee89d4b7d62d24516d82bd9729707b84a84108170258c49c7b15::" providerId="AD" clId="Web-{0AC43EFA-46F1-E7AB-508F-F58CB3F83BEF}" dt="2021-12-01T09:38:04.509" v="99" actId="1076"/>
        <pc:sldMkLst>
          <pc:docMk/>
          <pc:sldMk cId="4250089077" sldId="302"/>
        </pc:sldMkLst>
        <pc:spChg chg="mod">
          <ac:chgData name="Gastbenutzer" userId="S::urn:spo:anon#00f1ce4df292ee89d4b7d62d24516d82bd9729707b84a84108170258c49c7b15::" providerId="AD" clId="Web-{0AC43EFA-46F1-E7AB-508F-F58CB3F83BEF}" dt="2021-12-01T09:38:04.509" v="99" actId="1076"/>
          <ac:spMkLst>
            <pc:docMk/>
            <pc:sldMk cId="4250089077" sldId="302"/>
            <ac:spMk id="9" creationId="{9C2E4C66-6987-4166-9920-A933D08CA2B7}"/>
          </ac:spMkLst>
        </pc:spChg>
      </pc:sldChg>
      <pc:sldChg chg="modSp">
        <pc:chgData name="Gastbenutzer" userId="S::urn:spo:anon#00f1ce4df292ee89d4b7d62d24516d82bd9729707b84a84108170258c49c7b15::" providerId="AD" clId="Web-{0AC43EFA-46F1-E7AB-508F-F58CB3F83BEF}" dt="2021-12-01T08:49:00.470" v="88" actId="1076"/>
        <pc:sldMkLst>
          <pc:docMk/>
          <pc:sldMk cId="4017360730" sldId="303"/>
        </pc:sldMkLst>
        <pc:spChg chg="mod">
          <ac:chgData name="Gastbenutzer" userId="S::urn:spo:anon#00f1ce4df292ee89d4b7d62d24516d82bd9729707b84a84108170258c49c7b15::" providerId="AD" clId="Web-{0AC43EFA-46F1-E7AB-508F-F58CB3F83BEF}" dt="2021-12-01T08:49:00.470" v="88" actId="1076"/>
          <ac:spMkLst>
            <pc:docMk/>
            <pc:sldMk cId="4017360730" sldId="303"/>
            <ac:spMk id="11" creationId="{FED3597E-997B-4755-8C6D-CE79009F3FA4}"/>
          </ac:spMkLst>
        </pc:spChg>
        <pc:spChg chg="mod">
          <ac:chgData name="Gastbenutzer" userId="S::urn:spo:anon#00f1ce4df292ee89d4b7d62d24516d82bd9729707b84a84108170258c49c7b15::" providerId="AD" clId="Web-{0AC43EFA-46F1-E7AB-508F-F58CB3F83BEF}" dt="2021-12-01T08:25:08.624" v="55" actId="20577"/>
          <ac:spMkLst>
            <pc:docMk/>
            <pc:sldMk cId="4017360730" sldId="303"/>
            <ac:spMk id="13" creationId="{A094B7E6-2B55-490F-ABE3-868865017070}"/>
          </ac:spMkLst>
        </pc:spChg>
      </pc:sldChg>
      <pc:sldChg chg="addSp delSp modSp">
        <pc:chgData name="Gastbenutzer" userId="S::urn:spo:anon#00f1ce4df292ee89d4b7d62d24516d82bd9729707b84a84108170258c49c7b15::" providerId="AD" clId="Web-{0AC43EFA-46F1-E7AB-508F-F58CB3F83BEF}" dt="2021-12-01T09:09:15.202" v="96" actId="20577"/>
        <pc:sldMkLst>
          <pc:docMk/>
          <pc:sldMk cId="2854351151" sldId="304"/>
        </pc:sldMkLst>
        <pc:spChg chg="mod">
          <ac:chgData name="Gastbenutzer" userId="S::urn:spo:anon#00f1ce4df292ee89d4b7d62d24516d82bd9729707b84a84108170258c49c7b15::" providerId="AD" clId="Web-{0AC43EFA-46F1-E7AB-508F-F58CB3F83BEF}" dt="2021-12-01T09:09:15.202" v="96" actId="20577"/>
          <ac:spMkLst>
            <pc:docMk/>
            <pc:sldMk cId="2854351151" sldId="304"/>
            <ac:spMk id="2" creationId="{6B262452-2CB8-45D9-84DF-2516B5F3CF3B}"/>
          </ac:spMkLst>
        </pc:spChg>
        <pc:spChg chg="mod">
          <ac:chgData name="Gastbenutzer" userId="S::urn:spo:anon#00f1ce4df292ee89d4b7d62d24516d82bd9729707b84a84108170258c49c7b15::" providerId="AD" clId="Web-{0AC43EFA-46F1-E7AB-508F-F58CB3F83BEF}" dt="2021-12-01T08:46:29.435" v="79" actId="14100"/>
          <ac:spMkLst>
            <pc:docMk/>
            <pc:sldMk cId="2854351151" sldId="304"/>
            <ac:spMk id="3" creationId="{647DFE05-4B20-4341-9B4E-5120EBD15262}"/>
          </ac:spMkLst>
        </pc:spChg>
        <pc:spChg chg="add del mod">
          <ac:chgData name="Gastbenutzer" userId="S::urn:spo:anon#00f1ce4df292ee89d4b7d62d24516d82bd9729707b84a84108170258c49c7b15::" providerId="AD" clId="Web-{0AC43EFA-46F1-E7AB-508F-F58CB3F83BEF}" dt="2021-12-01T08:44:59.917" v="58"/>
          <ac:spMkLst>
            <pc:docMk/>
            <pc:sldMk cId="2854351151" sldId="304"/>
            <ac:spMk id="6" creationId="{9B84F7E1-5CF6-4112-91F2-E59BB3BE9FE7}"/>
          </ac:spMkLst>
        </pc:spChg>
        <pc:spChg chg="add mod">
          <ac:chgData name="Gastbenutzer" userId="S::urn:spo:anon#00f1ce4df292ee89d4b7d62d24516d82bd9729707b84a84108170258c49c7b15::" providerId="AD" clId="Web-{0AC43EFA-46F1-E7AB-508F-F58CB3F83BEF}" dt="2021-12-01T08:48:21.563" v="87" actId="20577"/>
          <ac:spMkLst>
            <pc:docMk/>
            <pc:sldMk cId="2854351151" sldId="304"/>
            <ac:spMk id="7" creationId="{CB93E899-217D-4AC8-A3CF-4A6C52A1D4F1}"/>
          </ac:spMkLst>
        </pc:spChg>
        <pc:picChg chg="add mod">
          <ac:chgData name="Gastbenutzer" userId="S::urn:spo:anon#00f1ce4df292ee89d4b7d62d24516d82bd9729707b84a84108170258c49c7b15::" providerId="AD" clId="Web-{0AC43EFA-46F1-E7AB-508F-F58CB3F83BEF}" dt="2021-12-01T08:46:21.654" v="77" actId="1076"/>
          <ac:picMkLst>
            <pc:docMk/>
            <pc:sldMk cId="2854351151" sldId="304"/>
            <ac:picMk id="4" creationId="{D09532B5-886F-404D-BDE9-DC6AA751EC79}"/>
          </ac:picMkLst>
        </pc:picChg>
        <pc:picChg chg="del">
          <ac:chgData name="Gastbenutzer" userId="S::urn:spo:anon#00f1ce4df292ee89d4b7d62d24516d82bd9729707b84a84108170258c49c7b15::" providerId="AD" clId="Web-{0AC43EFA-46F1-E7AB-508F-F58CB3F83BEF}" dt="2021-12-01T08:44:56.620" v="57"/>
          <ac:picMkLst>
            <pc:docMk/>
            <pc:sldMk cId="2854351151" sldId="304"/>
            <ac:picMk id="15" creationId="{7489916D-017A-40D7-A5E0-D4C7BA5C7621}"/>
          </ac:picMkLst>
        </pc:picChg>
      </pc:sldChg>
      <pc:sldChg chg="modSp">
        <pc:chgData name="Gastbenutzer" userId="S::urn:spo:anon#00f1ce4df292ee89d4b7d62d24516d82bd9729707b84a84108170258c49c7b15::" providerId="AD" clId="Web-{0AC43EFA-46F1-E7AB-508F-F58CB3F83BEF}" dt="2021-12-01T09:09:50.218" v="98" actId="20577"/>
        <pc:sldMkLst>
          <pc:docMk/>
          <pc:sldMk cId="3503557296" sldId="306"/>
        </pc:sldMkLst>
        <pc:spChg chg="mod">
          <ac:chgData name="Gastbenutzer" userId="S::urn:spo:anon#00f1ce4df292ee89d4b7d62d24516d82bd9729707b84a84108170258c49c7b15::" providerId="AD" clId="Web-{0AC43EFA-46F1-E7AB-508F-F58CB3F83BEF}" dt="2021-12-01T09:09:50.218" v="98" actId="20577"/>
          <ac:spMkLst>
            <pc:docMk/>
            <pc:sldMk cId="3503557296" sldId="306"/>
            <ac:spMk id="3" creationId="{62A79A34-3095-43B1-9B27-F00C51476680}"/>
          </ac:spMkLst>
        </pc:spChg>
        <pc:spChg chg="mod">
          <ac:chgData name="Gastbenutzer" userId="S::urn:spo:anon#00f1ce4df292ee89d4b7d62d24516d82bd9729707b84a84108170258c49c7b15::" providerId="AD" clId="Web-{0AC43EFA-46F1-E7AB-508F-F58CB3F83BEF}" dt="2021-12-01T08:49:53.143" v="89" actId="1076"/>
          <ac:spMkLst>
            <pc:docMk/>
            <pc:sldMk cId="3503557296" sldId="306"/>
            <ac:spMk id="8" creationId="{D3FE7E80-230C-4A1B-8D16-B674EC258C65}"/>
          </ac:spMkLst>
        </pc:spChg>
      </pc:sldChg>
    </pc:docChg>
  </pc:docChgLst>
  <pc:docChgLst>
    <pc:chgData name="GEUZE Michael" userId="7745a197-f4b0-4247-9e69-96976d9a4300" providerId="ADAL" clId="{78D82A70-859D-4179-90ED-01FF03EE3D0B}"/>
    <pc:docChg chg="undo redo custSel addSld delSld modSld sldOrd modShowInfo">
      <pc:chgData name="GEUZE Michael" userId="7745a197-f4b0-4247-9e69-96976d9a4300" providerId="ADAL" clId="{78D82A70-859D-4179-90ED-01FF03EE3D0B}" dt="2021-11-28T14:12:56.843" v="1918" actId="2711"/>
      <pc:docMkLst>
        <pc:docMk/>
      </pc:docMkLst>
      <pc:sldChg chg="addSp delSp modSp mod modClrScheme chgLayout">
        <pc:chgData name="GEUZE Michael" userId="7745a197-f4b0-4247-9e69-96976d9a4300" providerId="ADAL" clId="{78D82A70-859D-4179-90ED-01FF03EE3D0B}" dt="2021-11-27T18:39:15.725" v="189" actId="478"/>
        <pc:sldMkLst>
          <pc:docMk/>
          <pc:sldMk cId="2697732137" sldId="256"/>
        </pc:sldMkLst>
        <pc:spChg chg="add mod ord">
          <ac:chgData name="GEUZE Michael" userId="7745a197-f4b0-4247-9e69-96976d9a4300" providerId="ADAL" clId="{78D82A70-859D-4179-90ED-01FF03EE3D0B}" dt="2021-11-27T18:39:13.306" v="188"/>
          <ac:spMkLst>
            <pc:docMk/>
            <pc:sldMk cId="2697732137" sldId="256"/>
            <ac:spMk id="2" creationId="{A99033ED-7CA0-40B0-999F-2611FEECA315}"/>
          </ac:spMkLst>
        </pc:spChg>
        <pc:spChg chg="del mod ord">
          <ac:chgData name="GEUZE Michael" userId="7745a197-f4b0-4247-9e69-96976d9a4300" providerId="ADAL" clId="{78D82A70-859D-4179-90ED-01FF03EE3D0B}" dt="2021-11-27T18:39:15.725" v="189" actId="478"/>
          <ac:spMkLst>
            <pc:docMk/>
            <pc:sldMk cId="2697732137" sldId="256"/>
            <ac:spMk id="6" creationId="{00000000-0000-0000-0000-000000000000}"/>
          </ac:spMkLst>
        </pc:spChg>
        <pc:spChg chg="mod ord">
          <ac:chgData name="GEUZE Michael" userId="7745a197-f4b0-4247-9e69-96976d9a4300" providerId="ADAL" clId="{78D82A70-859D-4179-90ED-01FF03EE3D0B}" dt="2021-11-27T18:39:08.897" v="186" actId="700"/>
          <ac:spMkLst>
            <pc:docMk/>
            <pc:sldMk cId="2697732137" sldId="256"/>
            <ac:spMk id="7" creationId="{00000000-0000-0000-0000-000000000000}"/>
          </ac:spMkLst>
        </pc:spChg>
      </pc:sldChg>
      <pc:sldChg chg="modSp mod ord">
        <pc:chgData name="GEUZE Michael" userId="7745a197-f4b0-4247-9e69-96976d9a4300" providerId="ADAL" clId="{78D82A70-859D-4179-90ED-01FF03EE3D0B}" dt="2021-11-28T11:57:11.905" v="1679" actId="20577"/>
        <pc:sldMkLst>
          <pc:docMk/>
          <pc:sldMk cId="2263640201" sldId="275"/>
        </pc:sldMkLst>
        <pc:spChg chg="mod">
          <ac:chgData name="GEUZE Michael" userId="7745a197-f4b0-4247-9e69-96976d9a4300" providerId="ADAL" clId="{78D82A70-859D-4179-90ED-01FF03EE3D0B}" dt="2021-11-28T11:57:11.905" v="1679" actId="20577"/>
          <ac:spMkLst>
            <pc:docMk/>
            <pc:sldMk cId="2263640201" sldId="275"/>
            <ac:spMk id="4" creationId="{00000000-0000-0000-0000-000000000000}"/>
          </ac:spMkLst>
        </pc:spChg>
      </pc:sldChg>
      <pc:sldChg chg="delSp modSp mod ord">
        <pc:chgData name="GEUZE Michael" userId="7745a197-f4b0-4247-9e69-96976d9a4300" providerId="ADAL" clId="{78D82A70-859D-4179-90ED-01FF03EE3D0B}" dt="2021-11-28T11:36:01.530" v="1104" actId="478"/>
        <pc:sldMkLst>
          <pc:docMk/>
          <pc:sldMk cId="1507280919" sldId="284"/>
        </pc:sldMkLst>
        <pc:spChg chg="mod">
          <ac:chgData name="GEUZE Michael" userId="7745a197-f4b0-4247-9e69-96976d9a4300" providerId="ADAL" clId="{78D82A70-859D-4179-90ED-01FF03EE3D0B}" dt="2021-11-28T11:35:51.832" v="1101"/>
          <ac:spMkLst>
            <pc:docMk/>
            <pc:sldMk cId="1507280919" sldId="284"/>
            <ac:spMk id="2" creationId="{00000000-0000-0000-0000-000000000000}"/>
          </ac:spMkLst>
        </pc:spChg>
        <pc:spChg chg="mod">
          <ac:chgData name="GEUZE Michael" userId="7745a197-f4b0-4247-9e69-96976d9a4300" providerId="ADAL" clId="{78D82A70-859D-4179-90ED-01FF03EE3D0B}" dt="2021-11-28T11:35:56.532" v="1102"/>
          <ac:spMkLst>
            <pc:docMk/>
            <pc:sldMk cId="1507280919" sldId="284"/>
            <ac:spMk id="3" creationId="{00000000-0000-0000-0000-000000000000}"/>
          </ac:spMkLst>
        </pc:spChg>
        <pc:picChg chg="del">
          <ac:chgData name="GEUZE Michael" userId="7745a197-f4b0-4247-9e69-96976d9a4300" providerId="ADAL" clId="{78D82A70-859D-4179-90ED-01FF03EE3D0B}" dt="2021-11-28T11:36:01.028" v="1103" actId="478"/>
          <ac:picMkLst>
            <pc:docMk/>
            <pc:sldMk cId="1507280919" sldId="284"/>
            <ac:picMk id="7" creationId="{00000000-0000-0000-0000-000000000000}"/>
          </ac:picMkLst>
        </pc:picChg>
        <pc:picChg chg="del">
          <ac:chgData name="GEUZE Michael" userId="7745a197-f4b0-4247-9e69-96976d9a4300" providerId="ADAL" clId="{78D82A70-859D-4179-90ED-01FF03EE3D0B}" dt="2021-11-28T11:36:01.530" v="1104" actId="478"/>
          <ac:picMkLst>
            <pc:docMk/>
            <pc:sldMk cId="1507280919" sldId="284"/>
            <ac:picMk id="8" creationId="{00000000-0000-0000-0000-000000000000}"/>
          </ac:picMkLst>
        </pc:picChg>
      </pc:sldChg>
      <pc:sldChg chg="modSp mod">
        <pc:chgData name="GEUZE Michael" userId="7745a197-f4b0-4247-9e69-96976d9a4300" providerId="ADAL" clId="{78D82A70-859D-4179-90ED-01FF03EE3D0B}" dt="2021-11-28T11:36:52.681" v="1110" actId="14100"/>
        <pc:sldMkLst>
          <pc:docMk/>
          <pc:sldMk cId="2996337560" sldId="285"/>
        </pc:sldMkLst>
        <pc:spChg chg="mod">
          <ac:chgData name="GEUZE Michael" userId="7745a197-f4b0-4247-9e69-96976d9a4300" providerId="ADAL" clId="{78D82A70-859D-4179-90ED-01FF03EE3D0B}" dt="2021-11-28T11:36:52.681" v="1110" actId="14100"/>
          <ac:spMkLst>
            <pc:docMk/>
            <pc:sldMk cId="2996337560" sldId="285"/>
            <ac:spMk id="2" creationId="{26683790-CDF2-4B9C-9FE5-2DA4BD82962C}"/>
          </ac:spMkLst>
        </pc:spChg>
      </pc:sldChg>
      <pc:sldChg chg="addSp modSp mod addCm delCm chgLayout">
        <pc:chgData name="GEUZE Michael" userId="7745a197-f4b0-4247-9e69-96976d9a4300" providerId="ADAL" clId="{78D82A70-859D-4179-90ED-01FF03EE3D0B}" dt="2021-11-28T12:00:42.058" v="1861" actId="20577"/>
        <pc:sldMkLst>
          <pc:docMk/>
          <pc:sldMk cId="1302800495" sldId="294"/>
        </pc:sldMkLst>
        <pc:spChg chg="add mod">
          <ac:chgData name="GEUZE Michael" userId="7745a197-f4b0-4247-9e69-96976d9a4300" providerId="ADAL" clId="{78D82A70-859D-4179-90ED-01FF03EE3D0B}" dt="2021-11-28T12:00:42.058" v="1861" actId="20577"/>
          <ac:spMkLst>
            <pc:docMk/>
            <pc:sldMk cId="1302800495" sldId="294"/>
            <ac:spMk id="2" creationId="{03EB600B-1C85-48BC-9AAC-23256730CBDE}"/>
          </ac:spMkLst>
        </pc:spChg>
      </pc:sldChg>
      <pc:sldChg chg="addSp delSp modSp add mod chgLayout">
        <pc:chgData name="GEUZE Michael" userId="7745a197-f4b0-4247-9e69-96976d9a4300" providerId="ADAL" clId="{78D82A70-859D-4179-90ED-01FF03EE3D0B}" dt="2021-11-28T11:50:25.244" v="1336" actId="164"/>
        <pc:sldMkLst>
          <pc:docMk/>
          <pc:sldMk cId="1595977269" sldId="295"/>
        </pc:sldMkLst>
        <pc:spChg chg="add mod topLvl">
          <ac:chgData name="GEUZE Michael" userId="7745a197-f4b0-4247-9e69-96976d9a4300" providerId="ADAL" clId="{78D82A70-859D-4179-90ED-01FF03EE3D0B}" dt="2021-11-28T11:50:25.244" v="1336" actId="164"/>
          <ac:spMkLst>
            <pc:docMk/>
            <pc:sldMk cId="1595977269" sldId="295"/>
            <ac:spMk id="4" creationId="{E2DFBBCD-21CB-4E5E-92A7-9C5B713D0B61}"/>
          </ac:spMkLst>
        </pc:spChg>
        <pc:spChg chg="mod ord">
          <ac:chgData name="GEUZE Michael" userId="7745a197-f4b0-4247-9e69-96976d9a4300" providerId="ADAL" clId="{78D82A70-859D-4179-90ED-01FF03EE3D0B}" dt="2021-11-27T18:40:28.482" v="233" actId="20577"/>
          <ac:spMkLst>
            <pc:docMk/>
            <pc:sldMk cId="1595977269" sldId="295"/>
            <ac:spMk id="6" creationId="{00000000-0000-0000-0000-000000000000}"/>
          </ac:spMkLst>
        </pc:spChg>
        <pc:spChg chg="mod ord">
          <ac:chgData name="GEUZE Michael" userId="7745a197-f4b0-4247-9e69-96976d9a4300" providerId="ADAL" clId="{78D82A70-859D-4179-90ED-01FF03EE3D0B}" dt="2021-11-28T11:41:17.413" v="1220" actId="20577"/>
          <ac:spMkLst>
            <pc:docMk/>
            <pc:sldMk cId="1595977269" sldId="295"/>
            <ac:spMk id="7" creationId="{00000000-0000-0000-0000-000000000000}"/>
          </ac:spMkLst>
        </pc:spChg>
        <pc:grpChg chg="add del mod">
          <ac:chgData name="GEUZE Michael" userId="7745a197-f4b0-4247-9e69-96976d9a4300" providerId="ADAL" clId="{78D82A70-859D-4179-90ED-01FF03EE3D0B}" dt="2021-11-28T11:50:16.113" v="1335" actId="165"/>
          <ac:grpSpMkLst>
            <pc:docMk/>
            <pc:sldMk cId="1595977269" sldId="295"/>
            <ac:grpSpMk id="5" creationId="{9AC3D603-83A3-4254-9F48-2C5EBD6E0E73}"/>
          </ac:grpSpMkLst>
        </pc:grpChg>
        <pc:grpChg chg="add mod">
          <ac:chgData name="GEUZE Michael" userId="7745a197-f4b0-4247-9e69-96976d9a4300" providerId="ADAL" clId="{78D82A70-859D-4179-90ED-01FF03EE3D0B}" dt="2021-11-28T11:50:25.244" v="1336" actId="164"/>
          <ac:grpSpMkLst>
            <pc:docMk/>
            <pc:sldMk cId="1595977269" sldId="295"/>
            <ac:grpSpMk id="8" creationId="{B43FD5DF-E0BA-4FA0-8F6B-A5D5CD7FAC5D}"/>
          </ac:grpSpMkLst>
        </pc:grpChg>
        <pc:picChg chg="add mod topLvl">
          <ac:chgData name="GEUZE Michael" userId="7745a197-f4b0-4247-9e69-96976d9a4300" providerId="ADAL" clId="{78D82A70-859D-4179-90ED-01FF03EE3D0B}" dt="2021-11-28T11:50:25.244" v="1336" actId="164"/>
          <ac:picMkLst>
            <pc:docMk/>
            <pc:sldMk cId="1595977269" sldId="295"/>
            <ac:picMk id="3" creationId="{519BB92B-16A0-44D7-A9E7-23DAA8BA8458}"/>
          </ac:picMkLst>
        </pc:picChg>
      </pc:sldChg>
      <pc:sldChg chg="addSp delSp modSp add del mod modClrScheme chgLayout">
        <pc:chgData name="GEUZE Michael" userId="7745a197-f4b0-4247-9e69-96976d9a4300" providerId="ADAL" clId="{78D82A70-859D-4179-90ED-01FF03EE3D0B}" dt="2021-11-28T11:36:14.565" v="1105" actId="47"/>
        <pc:sldMkLst>
          <pc:docMk/>
          <pc:sldMk cId="2794233244" sldId="296"/>
        </pc:sldMkLst>
        <pc:spChg chg="add del mod ord">
          <ac:chgData name="GEUZE Michael" userId="7745a197-f4b0-4247-9e69-96976d9a4300" providerId="ADAL" clId="{78D82A70-859D-4179-90ED-01FF03EE3D0B}" dt="2021-11-28T11:02:06.541" v="450" actId="22"/>
          <ac:spMkLst>
            <pc:docMk/>
            <pc:sldMk cId="2794233244" sldId="296"/>
            <ac:spMk id="2" creationId="{73F3AAEF-E17E-4882-9F8F-BA539AAE776C}"/>
          </ac:spMkLst>
        </pc:spChg>
        <pc:spChg chg="mod ord">
          <ac:chgData name="GEUZE Michael" userId="7745a197-f4b0-4247-9e69-96976d9a4300" providerId="ADAL" clId="{78D82A70-859D-4179-90ED-01FF03EE3D0B}" dt="2021-11-28T11:01:50.432" v="448" actId="700"/>
          <ac:spMkLst>
            <pc:docMk/>
            <pc:sldMk cId="2794233244" sldId="296"/>
            <ac:spMk id="6" creationId="{00000000-0000-0000-0000-000000000000}"/>
          </ac:spMkLst>
        </pc:spChg>
        <pc:spChg chg="mod ord">
          <ac:chgData name="GEUZE Michael" userId="7745a197-f4b0-4247-9e69-96976d9a4300" providerId="ADAL" clId="{78D82A70-859D-4179-90ED-01FF03EE3D0B}" dt="2021-11-28T11:34:34.727" v="1094" actId="20577"/>
          <ac:spMkLst>
            <pc:docMk/>
            <pc:sldMk cId="2794233244" sldId="296"/>
            <ac:spMk id="7" creationId="{00000000-0000-0000-0000-000000000000}"/>
          </ac:spMkLst>
        </pc:spChg>
        <pc:spChg chg="add del">
          <ac:chgData name="GEUZE Michael" userId="7745a197-f4b0-4247-9e69-96976d9a4300" providerId="ADAL" clId="{78D82A70-859D-4179-90ED-01FF03EE3D0B}" dt="2021-11-28T11:27:44.258" v="717" actId="22"/>
          <ac:spMkLst>
            <pc:docMk/>
            <pc:sldMk cId="2794233244" sldId="296"/>
            <ac:spMk id="8" creationId="{89A1D382-E8F5-4949-ACDB-09041FBF6B6A}"/>
          </ac:spMkLst>
        </pc:spChg>
        <pc:picChg chg="add del mod ord modCrop">
          <ac:chgData name="GEUZE Michael" userId="7745a197-f4b0-4247-9e69-96976d9a4300" providerId="ADAL" clId="{78D82A70-859D-4179-90ED-01FF03EE3D0B}" dt="2021-11-28T11:02:06.541" v="450" actId="22"/>
          <ac:picMkLst>
            <pc:docMk/>
            <pc:sldMk cId="2794233244" sldId="296"/>
            <ac:picMk id="4" creationId="{1417BDB8-903C-4080-A244-796E0F27B307}"/>
          </ac:picMkLst>
        </pc:picChg>
        <pc:picChg chg="add del mod">
          <ac:chgData name="GEUZE Michael" userId="7745a197-f4b0-4247-9e69-96976d9a4300" providerId="ADAL" clId="{78D82A70-859D-4179-90ED-01FF03EE3D0B}" dt="2021-11-28T11:35:33.659" v="1096"/>
          <ac:picMkLst>
            <pc:docMk/>
            <pc:sldMk cId="2794233244" sldId="296"/>
            <ac:picMk id="9" creationId="{B99CB8BD-FFF8-454B-8327-49444FC1A92C}"/>
          </ac:picMkLst>
        </pc:picChg>
      </pc:sldChg>
      <pc:sldChg chg="addSp delSp modSp new mod modClrScheme chgLayout">
        <pc:chgData name="GEUZE Michael" userId="7745a197-f4b0-4247-9e69-96976d9a4300" providerId="ADAL" clId="{78D82A70-859D-4179-90ED-01FF03EE3D0B}" dt="2021-11-28T11:24:02.086" v="614" actId="20577"/>
        <pc:sldMkLst>
          <pc:docMk/>
          <pc:sldMk cId="3808559312" sldId="297"/>
        </pc:sldMkLst>
        <pc:spChg chg="del mod ord">
          <ac:chgData name="GEUZE Michael" userId="7745a197-f4b0-4247-9e69-96976d9a4300" providerId="ADAL" clId="{78D82A70-859D-4179-90ED-01FF03EE3D0B}" dt="2021-11-28T11:03:55.236" v="456" actId="700"/>
          <ac:spMkLst>
            <pc:docMk/>
            <pc:sldMk cId="3808559312" sldId="297"/>
            <ac:spMk id="2" creationId="{03E74956-CB83-4241-A652-5FFB3F423F43}"/>
          </ac:spMkLst>
        </pc:spChg>
        <pc:spChg chg="del">
          <ac:chgData name="GEUZE Michael" userId="7745a197-f4b0-4247-9e69-96976d9a4300" providerId="ADAL" clId="{78D82A70-859D-4179-90ED-01FF03EE3D0B}" dt="2021-11-28T11:03:55.236" v="456" actId="700"/>
          <ac:spMkLst>
            <pc:docMk/>
            <pc:sldMk cId="3808559312" sldId="297"/>
            <ac:spMk id="3" creationId="{853FC552-276B-43CE-B324-21A7DD68E393}"/>
          </ac:spMkLst>
        </pc:spChg>
        <pc:spChg chg="add mod ord">
          <ac:chgData name="GEUZE Michael" userId="7745a197-f4b0-4247-9e69-96976d9a4300" providerId="ADAL" clId="{78D82A70-859D-4179-90ED-01FF03EE3D0B}" dt="2021-11-28T11:18:55.500" v="578" actId="20577"/>
          <ac:spMkLst>
            <pc:docMk/>
            <pc:sldMk cId="3808559312" sldId="297"/>
            <ac:spMk id="4" creationId="{B7A1EB72-2751-46EE-995E-B0497587FD49}"/>
          </ac:spMkLst>
        </pc:spChg>
        <pc:spChg chg="add del mod ord">
          <ac:chgData name="GEUZE Michael" userId="7745a197-f4b0-4247-9e69-96976d9a4300" providerId="ADAL" clId="{78D82A70-859D-4179-90ED-01FF03EE3D0B}" dt="2021-11-28T11:04:05.893" v="477" actId="700"/>
          <ac:spMkLst>
            <pc:docMk/>
            <pc:sldMk cId="3808559312" sldId="297"/>
            <ac:spMk id="5" creationId="{1D8AFC82-C0F1-4B1E-BD8D-ADE136BDFE8E}"/>
          </ac:spMkLst>
        </pc:spChg>
        <pc:spChg chg="add del mod ord">
          <ac:chgData name="GEUZE Michael" userId="7745a197-f4b0-4247-9e69-96976d9a4300" providerId="ADAL" clId="{78D82A70-859D-4179-90ED-01FF03EE3D0B}" dt="2021-11-28T11:04:05.893" v="477" actId="700"/>
          <ac:spMkLst>
            <pc:docMk/>
            <pc:sldMk cId="3808559312" sldId="297"/>
            <ac:spMk id="6" creationId="{287D79EC-25FA-4197-81B1-C0065291216A}"/>
          </ac:spMkLst>
        </pc:spChg>
        <pc:spChg chg="add mod ord">
          <ac:chgData name="GEUZE Michael" userId="7745a197-f4b0-4247-9e69-96976d9a4300" providerId="ADAL" clId="{78D82A70-859D-4179-90ED-01FF03EE3D0B}" dt="2021-11-28T11:24:02.086" v="614" actId="20577"/>
          <ac:spMkLst>
            <pc:docMk/>
            <pc:sldMk cId="3808559312" sldId="297"/>
            <ac:spMk id="7" creationId="{2AB046A0-3613-44A9-834F-3DF1ED38A876}"/>
          </ac:spMkLst>
        </pc:spChg>
      </pc:sldChg>
      <pc:sldChg chg="add">
        <pc:chgData name="GEUZE Michael" userId="7745a197-f4b0-4247-9e69-96976d9a4300" providerId="ADAL" clId="{78D82A70-859D-4179-90ED-01FF03EE3D0B}" dt="2021-11-28T11:35:45.428" v="1097" actId="2890"/>
        <pc:sldMkLst>
          <pc:docMk/>
          <pc:sldMk cId="760185116" sldId="298"/>
        </pc:sldMkLst>
      </pc:sldChg>
      <pc:sldChg chg="addSp delSp modSp new mod modClrScheme chgLayout">
        <pc:chgData name="GEUZE Michael" userId="7745a197-f4b0-4247-9e69-96976d9a4300" providerId="ADAL" clId="{78D82A70-859D-4179-90ED-01FF03EE3D0B}" dt="2021-11-28T11:55:31.490" v="1594" actId="20577"/>
        <pc:sldMkLst>
          <pc:docMk/>
          <pc:sldMk cId="4135496015" sldId="299"/>
        </pc:sldMkLst>
        <pc:spChg chg="del">
          <ac:chgData name="GEUZE Michael" userId="7745a197-f4b0-4247-9e69-96976d9a4300" providerId="ADAL" clId="{78D82A70-859D-4179-90ED-01FF03EE3D0B}" dt="2021-11-28T11:38:04.216" v="1140" actId="700"/>
          <ac:spMkLst>
            <pc:docMk/>
            <pc:sldMk cId="4135496015" sldId="299"/>
            <ac:spMk id="2" creationId="{618A4B12-C0A6-4E16-817A-1116CA779A43}"/>
          </ac:spMkLst>
        </pc:spChg>
        <pc:spChg chg="del mod ord">
          <ac:chgData name="GEUZE Michael" userId="7745a197-f4b0-4247-9e69-96976d9a4300" providerId="ADAL" clId="{78D82A70-859D-4179-90ED-01FF03EE3D0B}" dt="2021-11-28T11:38:04.216" v="1140" actId="700"/>
          <ac:spMkLst>
            <pc:docMk/>
            <pc:sldMk cId="4135496015" sldId="299"/>
            <ac:spMk id="3" creationId="{75B2D8BF-F736-433B-B69C-8D2AC3ED8811}"/>
          </ac:spMkLst>
        </pc:spChg>
        <pc:spChg chg="del mod ord">
          <ac:chgData name="GEUZE Michael" userId="7745a197-f4b0-4247-9e69-96976d9a4300" providerId="ADAL" clId="{78D82A70-859D-4179-90ED-01FF03EE3D0B}" dt="2021-11-28T11:38:04.216" v="1140" actId="700"/>
          <ac:spMkLst>
            <pc:docMk/>
            <pc:sldMk cId="4135496015" sldId="299"/>
            <ac:spMk id="4" creationId="{160B020D-150C-4C82-A1CE-26844B221943}"/>
          </ac:spMkLst>
        </pc:spChg>
        <pc:spChg chg="add del mod ord">
          <ac:chgData name="GEUZE Michael" userId="7745a197-f4b0-4247-9e69-96976d9a4300" providerId="ADAL" clId="{78D82A70-859D-4179-90ED-01FF03EE3D0B}" dt="2021-11-28T11:38:09.026" v="1141" actId="700"/>
          <ac:spMkLst>
            <pc:docMk/>
            <pc:sldMk cId="4135496015" sldId="299"/>
            <ac:spMk id="5" creationId="{DBBE1362-0289-4BD4-B506-15B7CB4D9CB6}"/>
          </ac:spMkLst>
        </pc:spChg>
        <pc:spChg chg="add del mod ord">
          <ac:chgData name="GEUZE Michael" userId="7745a197-f4b0-4247-9e69-96976d9a4300" providerId="ADAL" clId="{78D82A70-859D-4179-90ED-01FF03EE3D0B}" dt="2021-11-28T11:38:09.026" v="1141" actId="700"/>
          <ac:spMkLst>
            <pc:docMk/>
            <pc:sldMk cId="4135496015" sldId="299"/>
            <ac:spMk id="6" creationId="{D037B907-1A20-4D8F-A1FF-545D85B62760}"/>
          </ac:spMkLst>
        </pc:spChg>
        <pc:spChg chg="add mod ord">
          <ac:chgData name="GEUZE Michael" userId="7745a197-f4b0-4247-9e69-96976d9a4300" providerId="ADAL" clId="{78D82A70-859D-4179-90ED-01FF03EE3D0B}" dt="2021-11-28T11:48:15.751" v="1282" actId="700"/>
          <ac:spMkLst>
            <pc:docMk/>
            <pc:sldMk cId="4135496015" sldId="299"/>
            <ac:spMk id="7" creationId="{75B24259-0172-4D2D-8C1B-2BEB9F8D0954}"/>
          </ac:spMkLst>
        </pc:spChg>
        <pc:spChg chg="add mod ord">
          <ac:chgData name="GEUZE Michael" userId="7745a197-f4b0-4247-9e69-96976d9a4300" providerId="ADAL" clId="{78D82A70-859D-4179-90ED-01FF03EE3D0B}" dt="2021-11-28T11:48:15.751" v="1282" actId="700"/>
          <ac:spMkLst>
            <pc:docMk/>
            <pc:sldMk cId="4135496015" sldId="299"/>
            <ac:spMk id="8" creationId="{9152505B-E0CF-44E1-BD9F-486B383EDF70}"/>
          </ac:spMkLst>
        </pc:spChg>
        <pc:spChg chg="add del mod ord">
          <ac:chgData name="GEUZE Michael" userId="7745a197-f4b0-4247-9e69-96976d9a4300" providerId="ADAL" clId="{78D82A70-859D-4179-90ED-01FF03EE3D0B}" dt="2021-11-28T11:48:15.751" v="1282" actId="700"/>
          <ac:spMkLst>
            <pc:docMk/>
            <pc:sldMk cId="4135496015" sldId="299"/>
            <ac:spMk id="9" creationId="{451251FE-D787-4651-BBBB-722C7F7523D7}"/>
          </ac:spMkLst>
        </pc:spChg>
        <pc:spChg chg="add del mod">
          <ac:chgData name="GEUZE Michael" userId="7745a197-f4b0-4247-9e69-96976d9a4300" providerId="ADAL" clId="{78D82A70-859D-4179-90ED-01FF03EE3D0B}" dt="2021-11-28T11:48:55.783" v="1315"/>
          <ac:spMkLst>
            <pc:docMk/>
            <pc:sldMk cId="4135496015" sldId="299"/>
            <ac:spMk id="12" creationId="{97CF4502-B369-4076-92DD-3188E80FAA0C}"/>
          </ac:spMkLst>
        </pc:spChg>
        <pc:spChg chg="add mod">
          <ac:chgData name="GEUZE Michael" userId="7745a197-f4b0-4247-9e69-96976d9a4300" providerId="ADAL" clId="{78D82A70-859D-4179-90ED-01FF03EE3D0B}" dt="2021-11-28T11:55:31.490" v="1594" actId="20577"/>
          <ac:spMkLst>
            <pc:docMk/>
            <pc:sldMk cId="4135496015" sldId="299"/>
            <ac:spMk id="13" creationId="{3C1250C4-5D46-485E-B341-7337366C2E8B}"/>
          </ac:spMkLst>
        </pc:spChg>
        <pc:grpChg chg="add mod">
          <ac:chgData name="GEUZE Michael" userId="7745a197-f4b0-4247-9e69-96976d9a4300" providerId="ADAL" clId="{78D82A70-859D-4179-90ED-01FF03EE3D0B}" dt="2021-11-28T11:50:40.391" v="1338" actId="164"/>
          <ac:grpSpMkLst>
            <pc:docMk/>
            <pc:sldMk cId="4135496015" sldId="299"/>
            <ac:grpSpMk id="14" creationId="{AB8C8338-3CA7-4063-AFB4-2DE3344B169C}"/>
          </ac:grpSpMkLst>
        </pc:grpChg>
        <pc:picChg chg="add mod">
          <ac:chgData name="GEUZE Michael" userId="7745a197-f4b0-4247-9e69-96976d9a4300" providerId="ADAL" clId="{78D82A70-859D-4179-90ED-01FF03EE3D0B}" dt="2021-11-28T11:50:40.391" v="1338" actId="164"/>
          <ac:picMkLst>
            <pc:docMk/>
            <pc:sldMk cId="4135496015" sldId="299"/>
            <ac:picMk id="11" creationId="{146EA308-3383-4507-8336-271212AF2281}"/>
          </ac:picMkLst>
        </pc:picChg>
      </pc:sldChg>
      <pc:sldChg chg="addSp delSp modSp new mod ord modClrScheme chgLayout">
        <pc:chgData name="GEUZE Michael" userId="7745a197-f4b0-4247-9e69-96976d9a4300" providerId="ADAL" clId="{78D82A70-859D-4179-90ED-01FF03EE3D0B}" dt="2021-11-28T11:56:26.881" v="1649" actId="164"/>
        <pc:sldMkLst>
          <pc:docMk/>
          <pc:sldMk cId="1254791684" sldId="300"/>
        </pc:sldMkLst>
        <pc:spChg chg="del">
          <ac:chgData name="GEUZE Michael" userId="7745a197-f4b0-4247-9e69-96976d9a4300" providerId="ADAL" clId="{78D82A70-859D-4179-90ED-01FF03EE3D0B}" dt="2021-11-28T11:53:33.645" v="1342" actId="700"/>
          <ac:spMkLst>
            <pc:docMk/>
            <pc:sldMk cId="1254791684" sldId="300"/>
            <ac:spMk id="2" creationId="{F00C1932-9D62-49F6-9E26-16E99600BB3A}"/>
          </ac:spMkLst>
        </pc:spChg>
        <pc:spChg chg="del mod ord">
          <ac:chgData name="GEUZE Michael" userId="7745a197-f4b0-4247-9e69-96976d9a4300" providerId="ADAL" clId="{78D82A70-859D-4179-90ED-01FF03EE3D0B}" dt="2021-11-28T11:53:33.645" v="1342" actId="700"/>
          <ac:spMkLst>
            <pc:docMk/>
            <pc:sldMk cId="1254791684" sldId="300"/>
            <ac:spMk id="3" creationId="{CDFE56C6-1356-4845-B7E7-8E9A8974A7D3}"/>
          </ac:spMkLst>
        </pc:spChg>
        <pc:spChg chg="del mod ord">
          <ac:chgData name="GEUZE Michael" userId="7745a197-f4b0-4247-9e69-96976d9a4300" providerId="ADAL" clId="{78D82A70-859D-4179-90ED-01FF03EE3D0B}" dt="2021-11-28T11:53:33.645" v="1342" actId="700"/>
          <ac:spMkLst>
            <pc:docMk/>
            <pc:sldMk cId="1254791684" sldId="300"/>
            <ac:spMk id="4" creationId="{A02645BF-3B18-429C-BF90-2F66D2A39804}"/>
          </ac:spMkLst>
        </pc:spChg>
        <pc:spChg chg="add mod ord">
          <ac:chgData name="GEUZE Michael" userId="7745a197-f4b0-4247-9e69-96976d9a4300" providerId="ADAL" clId="{78D82A70-859D-4179-90ED-01FF03EE3D0B}" dt="2021-11-28T11:53:48.707" v="1380" actId="20577"/>
          <ac:spMkLst>
            <pc:docMk/>
            <pc:sldMk cId="1254791684" sldId="300"/>
            <ac:spMk id="5" creationId="{148C4C0D-A556-4C81-9183-F2E6164F7A30}"/>
          </ac:spMkLst>
        </pc:spChg>
        <pc:spChg chg="add mod ord">
          <ac:chgData name="GEUZE Michael" userId="7745a197-f4b0-4247-9e69-96976d9a4300" providerId="ADAL" clId="{78D82A70-859D-4179-90ED-01FF03EE3D0B}" dt="2021-11-28T11:55:05.214" v="1590" actId="20577"/>
          <ac:spMkLst>
            <pc:docMk/>
            <pc:sldMk cId="1254791684" sldId="300"/>
            <ac:spMk id="6" creationId="{23281174-1BF5-425A-9877-039FD9F94DA6}"/>
          </ac:spMkLst>
        </pc:spChg>
        <pc:spChg chg="add mod">
          <ac:chgData name="GEUZE Michael" userId="7745a197-f4b0-4247-9e69-96976d9a4300" providerId="ADAL" clId="{78D82A70-859D-4179-90ED-01FF03EE3D0B}" dt="2021-11-28T11:56:26.881" v="1649" actId="164"/>
          <ac:spMkLst>
            <pc:docMk/>
            <pc:sldMk cId="1254791684" sldId="300"/>
            <ac:spMk id="9" creationId="{F336221A-EDD1-4E6C-932B-D61A2C551894}"/>
          </ac:spMkLst>
        </pc:spChg>
        <pc:grpChg chg="add mod">
          <ac:chgData name="GEUZE Michael" userId="7745a197-f4b0-4247-9e69-96976d9a4300" providerId="ADAL" clId="{78D82A70-859D-4179-90ED-01FF03EE3D0B}" dt="2021-11-28T11:56:26.881" v="1649" actId="164"/>
          <ac:grpSpMkLst>
            <pc:docMk/>
            <pc:sldMk cId="1254791684" sldId="300"/>
            <ac:grpSpMk id="12" creationId="{B3A908B1-0C06-445E-940C-8B912F3E82DA}"/>
          </ac:grpSpMkLst>
        </pc:grpChg>
        <pc:picChg chg="add mod">
          <ac:chgData name="GEUZE Michael" userId="7745a197-f4b0-4247-9e69-96976d9a4300" providerId="ADAL" clId="{78D82A70-859D-4179-90ED-01FF03EE3D0B}" dt="2021-11-28T11:56:26.881" v="1649" actId="164"/>
          <ac:picMkLst>
            <pc:docMk/>
            <pc:sldMk cId="1254791684" sldId="300"/>
            <ac:picMk id="8" creationId="{B305A66C-F23E-4309-908E-29B739A30596}"/>
          </ac:picMkLst>
        </pc:picChg>
        <pc:picChg chg="add del">
          <ac:chgData name="GEUZE Michael" userId="7745a197-f4b0-4247-9e69-96976d9a4300" providerId="ADAL" clId="{78D82A70-859D-4179-90ED-01FF03EE3D0B}" dt="2021-11-28T11:56:00.392" v="1610" actId="22"/>
          <ac:picMkLst>
            <pc:docMk/>
            <pc:sldMk cId="1254791684" sldId="300"/>
            <ac:picMk id="11" creationId="{67D7C3DC-960D-4DB4-9B6C-03254C7039C5}"/>
          </ac:picMkLst>
        </pc:picChg>
      </pc:sldChg>
      <pc:sldChg chg="modSp mod">
        <pc:chgData name="GEUZE Michael" userId="7745a197-f4b0-4247-9e69-96976d9a4300" providerId="ADAL" clId="{78D82A70-859D-4179-90ED-01FF03EE3D0B}" dt="2021-11-28T14:12:56.843" v="1918" actId="2711"/>
        <pc:sldMkLst>
          <pc:docMk/>
          <pc:sldMk cId="2909679201" sldId="301"/>
        </pc:sldMkLst>
        <pc:spChg chg="mod">
          <ac:chgData name="GEUZE Michael" userId="7745a197-f4b0-4247-9e69-96976d9a4300" providerId="ADAL" clId="{78D82A70-859D-4179-90ED-01FF03EE3D0B}" dt="2021-11-28T14:12:56.843" v="1918" actId="2711"/>
          <ac:spMkLst>
            <pc:docMk/>
            <pc:sldMk cId="2909679201" sldId="301"/>
            <ac:spMk id="3" creationId="{C55A31E1-8ABB-447E-958C-2D4374D0270E}"/>
          </ac:spMkLst>
        </pc:spChg>
      </pc:sldChg>
    </pc:docChg>
  </pc:docChgLst>
  <pc:docChgLst>
    <pc:chgData name="Gastbenutzer" userId="S::urn:spo:anon#00f1ce4df292ee89d4b7d62d24516d82bd9729707b84a84108170258c49c7b15::" providerId="AD" clId="Web-{58DE309B-62F0-0D62-453C-F2391398270F}"/>
    <pc:docChg chg="modSld">
      <pc:chgData name="Gastbenutzer" userId="S::urn:spo:anon#00f1ce4df292ee89d4b7d62d24516d82bd9729707b84a84108170258c49c7b15::" providerId="AD" clId="Web-{58DE309B-62F0-0D62-453C-F2391398270F}" dt="2021-12-01T19:49:36.415" v="438" actId="20577"/>
      <pc:docMkLst>
        <pc:docMk/>
      </pc:docMkLst>
      <pc:sldChg chg="modSp">
        <pc:chgData name="Gastbenutzer" userId="S::urn:spo:anon#00f1ce4df292ee89d4b7d62d24516d82bd9729707b84a84108170258c49c7b15::" providerId="AD" clId="Web-{58DE309B-62F0-0D62-453C-F2391398270F}" dt="2021-12-01T19:21:54.257" v="292" actId="20577"/>
        <pc:sldMkLst>
          <pc:docMk/>
          <pc:sldMk cId="2631457970" sldId="290"/>
        </pc:sldMkLst>
        <pc:spChg chg="mod">
          <ac:chgData name="Gastbenutzer" userId="S::urn:spo:anon#00f1ce4df292ee89d4b7d62d24516d82bd9729707b84a84108170258c49c7b15::" providerId="AD" clId="Web-{58DE309B-62F0-0D62-453C-F2391398270F}" dt="2021-12-01T19:21:54.257" v="292" actId="20577"/>
          <ac:spMkLst>
            <pc:docMk/>
            <pc:sldMk cId="2631457970" sldId="290"/>
            <ac:spMk id="4" creationId="{00000000-0000-0000-0000-000000000000}"/>
          </ac:spMkLst>
        </pc:spChg>
        <pc:spChg chg="mod">
          <ac:chgData name="Gastbenutzer" userId="S::urn:spo:anon#00f1ce4df292ee89d4b7d62d24516d82bd9729707b84a84108170258c49c7b15::" providerId="AD" clId="Web-{58DE309B-62F0-0D62-453C-F2391398270F}" dt="2021-12-01T18:29:31.124" v="175" actId="1076"/>
          <ac:spMkLst>
            <pc:docMk/>
            <pc:sldMk cId="2631457970" sldId="290"/>
            <ac:spMk id="7" creationId="{326FA609-DCE6-4B61-8AE3-74F5E5382E4E}"/>
          </ac:spMkLst>
        </pc:spChg>
        <pc:picChg chg="mod">
          <ac:chgData name="Gastbenutzer" userId="S::urn:spo:anon#00f1ce4df292ee89d4b7d62d24516d82bd9729707b84a84108170258c49c7b15::" providerId="AD" clId="Web-{58DE309B-62F0-0D62-453C-F2391398270F}" dt="2021-12-01T18:29:26.655" v="174" actId="1076"/>
          <ac:picMkLst>
            <pc:docMk/>
            <pc:sldMk cId="2631457970" sldId="290"/>
            <ac:picMk id="5" creationId="{30BBBB8A-2F1E-42FC-8C2F-F43B952E5D7A}"/>
          </ac:picMkLst>
        </pc:picChg>
      </pc:sldChg>
      <pc:sldChg chg="modSp">
        <pc:chgData name="Gastbenutzer" userId="S::urn:spo:anon#00f1ce4df292ee89d4b7d62d24516d82bd9729707b84a84108170258c49c7b15::" providerId="AD" clId="Web-{58DE309B-62F0-0D62-453C-F2391398270F}" dt="2021-12-01T18:42:14.551" v="183" actId="1076"/>
        <pc:sldMkLst>
          <pc:docMk/>
          <pc:sldMk cId="4250089077" sldId="302"/>
        </pc:sldMkLst>
        <pc:picChg chg="mod">
          <ac:chgData name="Gastbenutzer" userId="S::urn:spo:anon#00f1ce4df292ee89d4b7d62d24516d82bd9729707b84a84108170258c49c7b15::" providerId="AD" clId="Web-{58DE309B-62F0-0D62-453C-F2391398270F}" dt="2021-12-01T18:42:14.551" v="183" actId="1076"/>
          <ac:picMkLst>
            <pc:docMk/>
            <pc:sldMk cId="4250089077" sldId="302"/>
            <ac:picMk id="7" creationId="{62BADDFE-7851-41F0-8213-5FA1415B7912}"/>
          </ac:picMkLst>
        </pc:picChg>
      </pc:sldChg>
      <pc:sldChg chg="modSp">
        <pc:chgData name="Gastbenutzer" userId="S::urn:spo:anon#00f1ce4df292ee89d4b7d62d24516d82bd9729707b84a84108170258c49c7b15::" providerId="AD" clId="Web-{58DE309B-62F0-0D62-453C-F2391398270F}" dt="2021-12-01T19:21:33.506" v="289" actId="20577"/>
        <pc:sldMkLst>
          <pc:docMk/>
          <pc:sldMk cId="4017360730" sldId="303"/>
        </pc:sldMkLst>
        <pc:spChg chg="mod">
          <ac:chgData name="Gastbenutzer" userId="S::urn:spo:anon#00f1ce4df292ee89d4b7d62d24516d82bd9729707b84a84108170258c49c7b15::" providerId="AD" clId="Web-{58DE309B-62F0-0D62-453C-F2391398270F}" dt="2021-12-01T18:05:00.086" v="0" actId="20577"/>
          <ac:spMkLst>
            <pc:docMk/>
            <pc:sldMk cId="4017360730" sldId="303"/>
            <ac:spMk id="11" creationId="{FED3597E-997B-4755-8C6D-CE79009F3FA4}"/>
          </ac:spMkLst>
        </pc:spChg>
        <pc:spChg chg="mod">
          <ac:chgData name="Gastbenutzer" userId="S::urn:spo:anon#00f1ce4df292ee89d4b7d62d24516d82bd9729707b84a84108170258c49c7b15::" providerId="AD" clId="Web-{58DE309B-62F0-0D62-453C-F2391398270F}" dt="2021-12-01T19:21:33.506" v="289" actId="20577"/>
          <ac:spMkLst>
            <pc:docMk/>
            <pc:sldMk cId="4017360730" sldId="303"/>
            <ac:spMk id="13" creationId="{A094B7E6-2B55-490F-ABE3-868865017070}"/>
          </ac:spMkLst>
        </pc:spChg>
      </pc:sldChg>
      <pc:sldChg chg="modSp">
        <pc:chgData name="Gastbenutzer" userId="S::urn:spo:anon#00f1ce4df292ee89d4b7d62d24516d82bd9729707b84a84108170258c49c7b15::" providerId="AD" clId="Web-{58DE309B-62F0-0D62-453C-F2391398270F}" dt="2021-12-01T19:49:36.415" v="438" actId="20577"/>
        <pc:sldMkLst>
          <pc:docMk/>
          <pc:sldMk cId="2854351151" sldId="304"/>
        </pc:sldMkLst>
        <pc:spChg chg="mod">
          <ac:chgData name="Gastbenutzer" userId="S::urn:spo:anon#00f1ce4df292ee89d4b7d62d24516d82bd9729707b84a84108170258c49c7b15::" providerId="AD" clId="Web-{58DE309B-62F0-0D62-453C-F2391398270F}" dt="2021-12-01T19:49:36.415" v="438" actId="20577"/>
          <ac:spMkLst>
            <pc:docMk/>
            <pc:sldMk cId="2854351151" sldId="304"/>
            <ac:spMk id="3" creationId="{647DFE05-4B20-4341-9B4E-5120EBD15262}"/>
          </ac:spMkLst>
        </pc:spChg>
        <pc:spChg chg="mod">
          <ac:chgData name="Gastbenutzer" userId="S::urn:spo:anon#00f1ce4df292ee89d4b7d62d24516d82bd9729707b84a84108170258c49c7b15::" providerId="AD" clId="Web-{58DE309B-62F0-0D62-453C-F2391398270F}" dt="2021-12-01T18:41:48.784" v="182" actId="1076"/>
          <ac:spMkLst>
            <pc:docMk/>
            <pc:sldMk cId="2854351151" sldId="304"/>
            <ac:spMk id="7" creationId="{CB93E899-217D-4AC8-A3CF-4A6C52A1D4F1}"/>
          </ac:spMkLst>
        </pc:spChg>
      </pc:sldChg>
      <pc:sldChg chg="modSp">
        <pc:chgData name="Gastbenutzer" userId="S::urn:spo:anon#00f1ce4df292ee89d4b7d62d24516d82bd9729707b84a84108170258c49c7b15::" providerId="AD" clId="Web-{58DE309B-62F0-0D62-453C-F2391398270F}" dt="2021-12-01T18:05:21.133" v="5" actId="20577"/>
        <pc:sldMkLst>
          <pc:docMk/>
          <pc:sldMk cId="3503557296" sldId="306"/>
        </pc:sldMkLst>
        <pc:spChg chg="mod">
          <ac:chgData name="Gastbenutzer" userId="S::urn:spo:anon#00f1ce4df292ee89d4b7d62d24516d82bd9729707b84a84108170258c49c7b15::" providerId="AD" clId="Web-{58DE309B-62F0-0D62-453C-F2391398270F}" dt="2021-12-01T18:05:21.133" v="5" actId="20577"/>
          <ac:spMkLst>
            <pc:docMk/>
            <pc:sldMk cId="3503557296" sldId="306"/>
            <ac:spMk id="8" creationId="{D3FE7E80-230C-4A1B-8D16-B674EC258C65}"/>
          </ac:spMkLst>
        </pc:spChg>
      </pc:sldChg>
      <pc:sldChg chg="modSp">
        <pc:chgData name="Gastbenutzer" userId="S::urn:spo:anon#00f1ce4df292ee89d4b7d62d24516d82bd9729707b84a84108170258c49c7b15::" providerId="AD" clId="Web-{58DE309B-62F0-0D62-453C-F2391398270F}" dt="2021-12-01T18:21:35.956" v="31" actId="14100"/>
        <pc:sldMkLst>
          <pc:docMk/>
          <pc:sldMk cId="1818528653" sldId="307"/>
        </pc:sldMkLst>
        <pc:spChg chg="mod">
          <ac:chgData name="Gastbenutzer" userId="S::urn:spo:anon#00f1ce4df292ee89d4b7d62d24516d82bd9729707b84a84108170258c49c7b15::" providerId="AD" clId="Web-{58DE309B-62F0-0D62-453C-F2391398270F}" dt="2021-12-01T18:21:35.956" v="31" actId="14100"/>
          <ac:spMkLst>
            <pc:docMk/>
            <pc:sldMk cId="1818528653" sldId="307"/>
            <ac:spMk id="4" creationId="{7AF354D8-185E-4DE2-AEFF-9BF06821D4BF}"/>
          </ac:spMkLst>
        </pc:spChg>
      </pc:sldChg>
    </pc:docChg>
  </pc:docChgLst>
  <pc:docChgLst>
    <pc:chgData name="PREG Jonas" userId="S::jpr9607@students.fhv.at::679960e8-71e8-4f7b-ab5b-862de58edda5" providerId="AD" clId="Web-{340F0C2D-B6DD-0BBA-D79D-2FD380B9830D}"/>
    <pc:docChg chg="addSld delSld modSld">
      <pc:chgData name="PREG Jonas" userId="S::jpr9607@students.fhv.at::679960e8-71e8-4f7b-ab5b-862de58edda5" providerId="AD" clId="Web-{340F0C2D-B6DD-0BBA-D79D-2FD380B9830D}" dt="2021-11-28T14:16:56.453" v="16"/>
      <pc:docMkLst>
        <pc:docMk/>
      </pc:docMkLst>
      <pc:sldChg chg="addSp delSp modSp">
        <pc:chgData name="PREG Jonas" userId="S::jpr9607@students.fhv.at::679960e8-71e8-4f7b-ab5b-862de58edda5" providerId="AD" clId="Web-{340F0C2D-B6DD-0BBA-D79D-2FD380B9830D}" dt="2021-11-28T14:15:10.780" v="3" actId="1076"/>
        <pc:sldMkLst>
          <pc:docMk/>
          <pc:sldMk cId="760185116" sldId="298"/>
        </pc:sldMkLst>
        <pc:spChg chg="add mod">
          <ac:chgData name="PREG Jonas" userId="S::jpr9607@students.fhv.at::679960e8-71e8-4f7b-ab5b-862de58edda5" providerId="AD" clId="Web-{340F0C2D-B6DD-0BBA-D79D-2FD380B9830D}" dt="2021-11-28T14:15:03.577" v="1"/>
          <ac:spMkLst>
            <pc:docMk/>
            <pc:sldMk cId="760185116" sldId="298"/>
            <ac:spMk id="8" creationId="{7120895B-5366-46E2-80A5-E2D158065A66}"/>
          </ac:spMkLst>
        </pc:spChg>
        <pc:picChg chg="del mod">
          <ac:chgData name="PREG Jonas" userId="S::jpr9607@students.fhv.at::679960e8-71e8-4f7b-ab5b-862de58edda5" providerId="AD" clId="Web-{340F0C2D-B6DD-0BBA-D79D-2FD380B9830D}" dt="2021-11-28T14:15:03.577" v="1"/>
          <ac:picMkLst>
            <pc:docMk/>
            <pc:sldMk cId="760185116" sldId="298"/>
            <ac:picMk id="5" creationId="{00000000-0000-0000-0000-000000000000}"/>
          </ac:picMkLst>
        </pc:picChg>
        <pc:picChg chg="mod">
          <ac:chgData name="PREG Jonas" userId="S::jpr9607@students.fhv.at::679960e8-71e8-4f7b-ab5b-862de58edda5" providerId="AD" clId="Web-{340F0C2D-B6DD-0BBA-D79D-2FD380B9830D}" dt="2021-11-28T14:15:10.780" v="3" actId="1076"/>
          <ac:picMkLst>
            <pc:docMk/>
            <pc:sldMk cId="760185116" sldId="298"/>
            <ac:picMk id="9" creationId="{F4608AA9-A9B5-4C8C-B7D6-DA80624A74C9}"/>
          </ac:picMkLst>
        </pc:picChg>
      </pc:sldChg>
      <pc:sldChg chg="addSp delSp modSp new del mod modClrScheme chgLayout">
        <pc:chgData name="PREG Jonas" userId="S::jpr9607@students.fhv.at::679960e8-71e8-4f7b-ab5b-862de58edda5" providerId="AD" clId="Web-{340F0C2D-B6DD-0BBA-D79D-2FD380B9830D}" dt="2021-11-28T14:16:56.453" v="16"/>
        <pc:sldMkLst>
          <pc:docMk/>
          <pc:sldMk cId="1610195761" sldId="302"/>
        </pc:sldMkLst>
        <pc:spChg chg="mod ord">
          <ac:chgData name="PREG Jonas" userId="S::jpr9607@students.fhv.at::679960e8-71e8-4f7b-ab5b-862de58edda5" providerId="AD" clId="Web-{340F0C2D-B6DD-0BBA-D79D-2FD380B9830D}" dt="2021-11-28T14:15:48.905" v="5"/>
          <ac:spMkLst>
            <pc:docMk/>
            <pc:sldMk cId="1610195761" sldId="302"/>
            <ac:spMk id="2" creationId="{74F1C4DD-EF45-4DA5-ACFE-737F9A9C4A4E}"/>
          </ac:spMkLst>
        </pc:spChg>
        <pc:spChg chg="add del mod ord">
          <ac:chgData name="PREG Jonas" userId="S::jpr9607@students.fhv.at::679960e8-71e8-4f7b-ab5b-862de58edda5" providerId="AD" clId="Web-{340F0C2D-B6DD-0BBA-D79D-2FD380B9830D}" dt="2021-11-28T14:16:25.812" v="9"/>
          <ac:spMkLst>
            <pc:docMk/>
            <pc:sldMk cId="1610195761" sldId="302"/>
            <ac:spMk id="3" creationId="{8AFD45CA-58DE-4906-AB6E-94704876991B}"/>
          </ac:spMkLst>
        </pc:spChg>
        <pc:spChg chg="add del mod">
          <ac:chgData name="PREG Jonas" userId="S::jpr9607@students.fhv.at::679960e8-71e8-4f7b-ab5b-862de58edda5" providerId="AD" clId="Web-{340F0C2D-B6DD-0BBA-D79D-2FD380B9830D}" dt="2021-11-28T14:15:58.984" v="8"/>
          <ac:spMkLst>
            <pc:docMk/>
            <pc:sldMk cId="1610195761" sldId="302"/>
            <ac:spMk id="4" creationId="{A869FBE5-73C7-4AF8-9342-8B6C657EE7D6}"/>
          </ac:spMkLst>
        </pc:spChg>
        <pc:spChg chg="add mod">
          <ac:chgData name="PREG Jonas" userId="S::jpr9607@students.fhv.at::679960e8-71e8-4f7b-ab5b-862de58edda5" providerId="AD" clId="Web-{340F0C2D-B6DD-0BBA-D79D-2FD380B9830D}" dt="2021-11-28T14:16:51.109" v="15"/>
          <ac:spMkLst>
            <pc:docMk/>
            <pc:sldMk cId="1610195761" sldId="302"/>
            <ac:spMk id="7" creationId="{E4236408-92EB-4686-8638-8F8F60ECED9F}"/>
          </ac:spMkLst>
        </pc:spChg>
        <pc:picChg chg="add del mod ord modCrop">
          <ac:chgData name="PREG Jonas" userId="S::jpr9607@students.fhv.at::679960e8-71e8-4f7b-ab5b-862de58edda5" providerId="AD" clId="Web-{340F0C2D-B6DD-0BBA-D79D-2FD380B9830D}" dt="2021-11-28T14:16:51.109" v="15"/>
          <ac:picMkLst>
            <pc:docMk/>
            <pc:sldMk cId="1610195761" sldId="302"/>
            <ac:picMk id="5" creationId="{D4E6428B-471B-4CC6-9044-1986E66F14BC}"/>
          </ac:picMkLst>
        </pc:picChg>
      </pc:sldChg>
    </pc:docChg>
  </pc:docChgLst>
  <pc:docChgLst>
    <pc:chgData name="PREG Jonas" userId="S::jpr9607@students.fhv.at::679960e8-71e8-4f7b-ab5b-862de58edda5" providerId="AD" clId="Web-{10875E3E-DB64-F4A4-3AD5-9D2AA35C2227}"/>
    <pc:docChg chg="modSld">
      <pc:chgData name="PREG Jonas" userId="S::jpr9607@students.fhv.at::679960e8-71e8-4f7b-ab5b-862de58edda5" providerId="AD" clId="Web-{10875E3E-DB64-F4A4-3AD5-9D2AA35C2227}" dt="2021-11-28T14:11:37.253" v="38" actId="20577"/>
      <pc:docMkLst>
        <pc:docMk/>
      </pc:docMkLst>
      <pc:sldChg chg="modSp">
        <pc:chgData name="PREG Jonas" userId="S::jpr9607@students.fhv.at::679960e8-71e8-4f7b-ab5b-862de58edda5" providerId="AD" clId="Web-{10875E3E-DB64-F4A4-3AD5-9D2AA35C2227}" dt="2021-11-28T14:11:37.253" v="38" actId="20577"/>
        <pc:sldMkLst>
          <pc:docMk/>
          <pc:sldMk cId="2909679201" sldId="301"/>
        </pc:sldMkLst>
        <pc:spChg chg="mod">
          <ac:chgData name="PREG Jonas" userId="S::jpr9607@students.fhv.at::679960e8-71e8-4f7b-ab5b-862de58edda5" providerId="AD" clId="Web-{10875E3E-DB64-F4A4-3AD5-9D2AA35C2227}" dt="2021-11-28T14:11:37.253" v="38" actId="20577"/>
          <ac:spMkLst>
            <pc:docMk/>
            <pc:sldMk cId="2909679201" sldId="301"/>
            <ac:spMk id="3" creationId="{C55A31E1-8ABB-447E-958C-2D4374D0270E}"/>
          </ac:spMkLst>
        </pc:spChg>
      </pc:sldChg>
    </pc:docChg>
  </pc:docChgLst>
  <pc:docChgLst>
    <pc:chgData name="Gastbenutzer" userId="S::urn:spo:anon#00f1ce4df292ee89d4b7d62d24516d82bd9729707b84a84108170258c49c7b15::" providerId="AD" clId="Web-{F03CAF5C-D60E-7EB3-74DE-0CF394A605C7}"/>
    <pc:docChg chg="addSld delSld modSld">
      <pc:chgData name="Gastbenutzer" userId="S::urn:spo:anon#00f1ce4df292ee89d4b7d62d24516d82bd9729707b84a84108170258c49c7b15::" providerId="AD" clId="Web-{F03CAF5C-D60E-7EB3-74DE-0CF394A605C7}" dt="2021-11-28T20:38:21.542" v="713" actId="1076"/>
      <pc:docMkLst>
        <pc:docMk/>
      </pc:docMkLst>
      <pc:sldChg chg="del">
        <pc:chgData name="Gastbenutzer" userId="S::urn:spo:anon#00f1ce4df292ee89d4b7d62d24516d82bd9729707b84a84108170258c49c7b15::" providerId="AD" clId="Web-{F03CAF5C-D60E-7EB3-74DE-0CF394A605C7}" dt="2021-11-28T20:10:40.601" v="489"/>
        <pc:sldMkLst>
          <pc:docMk/>
          <pc:sldMk cId="890498394" sldId="276"/>
        </pc:sldMkLst>
      </pc:sldChg>
      <pc:sldChg chg="del">
        <pc:chgData name="Gastbenutzer" userId="S::urn:spo:anon#00f1ce4df292ee89d4b7d62d24516d82bd9729707b84a84108170258c49c7b15::" providerId="AD" clId="Web-{F03CAF5C-D60E-7EB3-74DE-0CF394A605C7}" dt="2021-11-28T20:10:49.148" v="491"/>
        <pc:sldMkLst>
          <pc:docMk/>
          <pc:sldMk cId="3481775640" sldId="281"/>
        </pc:sldMkLst>
      </pc:sldChg>
      <pc:sldChg chg="del">
        <pc:chgData name="Gastbenutzer" userId="S::urn:spo:anon#00f1ce4df292ee89d4b7d62d24516d82bd9729707b84a84108170258c49c7b15::" providerId="AD" clId="Web-{F03CAF5C-D60E-7EB3-74DE-0CF394A605C7}" dt="2021-11-28T20:10:11.069" v="486"/>
        <pc:sldMkLst>
          <pc:docMk/>
          <pc:sldMk cId="852818361" sldId="286"/>
        </pc:sldMkLst>
      </pc:sldChg>
      <pc:sldChg chg="del">
        <pc:chgData name="Gastbenutzer" userId="S::urn:spo:anon#00f1ce4df292ee89d4b7d62d24516d82bd9729707b84a84108170258c49c7b15::" providerId="AD" clId="Web-{F03CAF5C-D60E-7EB3-74DE-0CF394A605C7}" dt="2021-11-28T20:10:19.210" v="487"/>
        <pc:sldMkLst>
          <pc:docMk/>
          <pc:sldMk cId="1451580689" sldId="287"/>
        </pc:sldMkLst>
      </pc:sldChg>
      <pc:sldChg chg="addSp delSp modSp del mod modClrScheme chgLayout">
        <pc:chgData name="Gastbenutzer" userId="S::urn:spo:anon#00f1ce4df292ee89d4b7d62d24516d82bd9729707b84a84108170258c49c7b15::" providerId="AD" clId="Web-{F03CAF5C-D60E-7EB3-74DE-0CF394A605C7}" dt="2021-11-28T20:10:21.538" v="488"/>
        <pc:sldMkLst>
          <pc:docMk/>
          <pc:sldMk cId="1431609852" sldId="288"/>
        </pc:sldMkLst>
        <pc:spChg chg="add">
          <ac:chgData name="Gastbenutzer" userId="S::urn:spo:anon#00f1ce4df292ee89d4b7d62d24516d82bd9729707b84a84108170258c49c7b15::" providerId="AD" clId="Web-{F03CAF5C-D60E-7EB3-74DE-0CF394A605C7}" dt="2021-11-28T19:49:30.108" v="338"/>
          <ac:spMkLst>
            <pc:docMk/>
            <pc:sldMk cId="1431609852" sldId="288"/>
            <ac:spMk id="2" creationId="{5B9A3F64-81AD-422A-82AA-1DBAE5B47E45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19:52:12.410" v="342"/>
          <ac:spMkLst>
            <pc:docMk/>
            <pc:sldMk cId="1431609852" sldId="288"/>
            <ac:spMk id="3" creationId="{FFDA0232-3F2D-4E73-8268-5DF3DE0D33D3}"/>
          </ac:spMkLst>
        </pc:spChg>
        <pc:spChg chg="mod ord">
          <ac:chgData name="Gastbenutzer" userId="S::urn:spo:anon#00f1ce4df292ee89d4b7d62d24516d82bd9729707b84a84108170258c49c7b15::" providerId="AD" clId="Web-{F03CAF5C-D60E-7EB3-74DE-0CF394A605C7}" dt="2021-11-28T19:52:12.410" v="342"/>
          <ac:spMkLst>
            <pc:docMk/>
            <pc:sldMk cId="1431609852" sldId="288"/>
            <ac:spMk id="4" creationId="{00000000-0000-0000-0000-000000000000}"/>
          </ac:spMkLst>
        </pc:spChg>
        <pc:spChg chg="del">
          <ac:chgData name="Gastbenutzer" userId="S::urn:spo:anon#00f1ce4df292ee89d4b7d62d24516d82bd9729707b84a84108170258c49c7b15::" providerId="AD" clId="Web-{F03CAF5C-D60E-7EB3-74DE-0CF394A605C7}" dt="2021-11-28T19:49:25.546" v="337"/>
          <ac:spMkLst>
            <pc:docMk/>
            <pc:sldMk cId="1431609852" sldId="288"/>
            <ac:spMk id="5" creationId="{00000000-0000-0000-0000-000000000000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19:52:12.410" v="342"/>
          <ac:spMkLst>
            <pc:docMk/>
            <pc:sldMk cId="1431609852" sldId="288"/>
            <ac:spMk id="6" creationId="{3AF7EA06-4C9B-4851-B14B-D0CF81D78FF0}"/>
          </ac:spMkLst>
        </pc:spChg>
      </pc:sldChg>
      <pc:sldChg chg="del">
        <pc:chgData name="Gastbenutzer" userId="S::urn:spo:anon#00f1ce4df292ee89d4b7d62d24516d82bd9729707b84a84108170258c49c7b15::" providerId="AD" clId="Web-{F03CAF5C-D60E-7EB3-74DE-0CF394A605C7}" dt="2021-11-28T20:10:45.351" v="490"/>
        <pc:sldMkLst>
          <pc:docMk/>
          <pc:sldMk cId="379130071" sldId="289"/>
        </pc:sldMkLst>
      </pc:sldChg>
      <pc:sldChg chg="addSp delSp modSp">
        <pc:chgData name="Gastbenutzer" userId="S::urn:spo:anon#00f1ce4df292ee89d4b7d62d24516d82bd9729707b84a84108170258c49c7b15::" providerId="AD" clId="Web-{F03CAF5C-D60E-7EB3-74DE-0CF394A605C7}" dt="2021-11-28T20:22:21.294" v="581" actId="1076"/>
        <pc:sldMkLst>
          <pc:docMk/>
          <pc:sldMk cId="2631457970" sldId="290"/>
        </pc:sldMkLst>
        <pc:spChg chg="del">
          <ac:chgData name="Gastbenutzer" userId="S::urn:spo:anon#00f1ce4df292ee89d4b7d62d24516d82bd9729707b84a84108170258c49c7b15::" providerId="AD" clId="Web-{F03CAF5C-D60E-7EB3-74DE-0CF394A605C7}" dt="2021-11-28T20:13:00.855" v="505"/>
          <ac:spMkLst>
            <pc:docMk/>
            <pc:sldMk cId="2631457970" sldId="290"/>
            <ac:spMk id="2" creationId="{00000000-0000-0000-0000-000000000000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11:41.962" v="492" actId="20577"/>
          <ac:spMkLst>
            <pc:docMk/>
            <pc:sldMk cId="2631457970" sldId="290"/>
            <ac:spMk id="3" creationId="{00000000-0000-0000-0000-000000000000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14:04.591" v="515" actId="20577"/>
          <ac:spMkLst>
            <pc:docMk/>
            <pc:sldMk cId="2631457970" sldId="290"/>
            <ac:spMk id="4" creationId="{00000000-0000-0000-0000-000000000000}"/>
          </ac:spMkLst>
        </pc:spChg>
        <pc:spChg chg="add mod">
          <ac:chgData name="Gastbenutzer" userId="S::urn:spo:anon#00f1ce4df292ee89d4b7d62d24516d82bd9729707b84a84108170258c49c7b15::" providerId="AD" clId="Web-{F03CAF5C-D60E-7EB3-74DE-0CF394A605C7}" dt="2021-11-28T20:22:21.294" v="581" actId="1076"/>
          <ac:spMkLst>
            <pc:docMk/>
            <pc:sldMk cId="2631457970" sldId="290"/>
            <ac:spMk id="7" creationId="{326FA609-DCE6-4B61-8AE3-74F5E5382E4E}"/>
          </ac:spMkLst>
        </pc:spChg>
        <pc:picChg chg="add mod">
          <ac:chgData name="Gastbenutzer" userId="S::urn:spo:anon#00f1ce4df292ee89d4b7d62d24516d82bd9729707b84a84108170258c49c7b15::" providerId="AD" clId="Web-{F03CAF5C-D60E-7EB3-74DE-0CF394A605C7}" dt="2021-11-28T20:14:20.232" v="518" actId="1076"/>
          <ac:picMkLst>
            <pc:docMk/>
            <pc:sldMk cId="2631457970" sldId="290"/>
            <ac:picMk id="5" creationId="{30BBBB8A-2F1E-42FC-8C2F-F43B952E5D7A}"/>
          </ac:picMkLst>
        </pc:picChg>
      </pc:sldChg>
      <pc:sldChg chg="modSp">
        <pc:chgData name="Gastbenutzer" userId="S::urn:spo:anon#00f1ce4df292ee89d4b7d62d24516d82bd9729707b84a84108170258c49c7b15::" providerId="AD" clId="Web-{F03CAF5C-D60E-7EB3-74DE-0CF394A605C7}" dt="2021-11-28T20:25:07.533" v="616" actId="20577"/>
        <pc:sldMkLst>
          <pc:docMk/>
          <pc:sldMk cId="3808559312" sldId="297"/>
        </pc:sldMkLst>
        <pc:spChg chg="mod">
          <ac:chgData name="Gastbenutzer" userId="S::urn:spo:anon#00f1ce4df292ee89d4b7d62d24516d82bd9729707b84a84108170258c49c7b15::" providerId="AD" clId="Web-{F03CAF5C-D60E-7EB3-74DE-0CF394A605C7}" dt="2021-11-28T20:25:07.533" v="616" actId="20577"/>
          <ac:spMkLst>
            <pc:docMk/>
            <pc:sldMk cId="3808559312" sldId="297"/>
            <ac:spMk id="7" creationId="{2AB046A0-3613-44A9-834F-3DF1ED38A876}"/>
          </ac:spMkLst>
        </pc:spChg>
      </pc:sldChg>
      <pc:sldChg chg="delSp">
        <pc:chgData name="Gastbenutzer" userId="S::urn:spo:anon#00f1ce4df292ee89d4b7d62d24516d82bd9729707b84a84108170258c49c7b15::" providerId="AD" clId="Web-{F03CAF5C-D60E-7EB3-74DE-0CF394A605C7}" dt="2021-11-28T19:15:54.817" v="2"/>
        <pc:sldMkLst>
          <pc:docMk/>
          <pc:sldMk cId="760185116" sldId="298"/>
        </pc:sldMkLst>
        <pc:spChg chg="del">
          <ac:chgData name="Gastbenutzer" userId="S::urn:spo:anon#00f1ce4df292ee89d4b7d62d24516d82bd9729707b84a84108170258c49c7b15::" providerId="AD" clId="Web-{F03CAF5C-D60E-7EB3-74DE-0CF394A605C7}" dt="2021-11-28T19:15:54.817" v="2"/>
          <ac:spMkLst>
            <pc:docMk/>
            <pc:sldMk cId="760185116" sldId="298"/>
            <ac:spMk id="4" creationId="{52E84399-3EB6-4D75-8170-1186491BB661}"/>
          </ac:spMkLst>
        </pc:spChg>
        <pc:spChg chg="del">
          <ac:chgData name="Gastbenutzer" userId="S::urn:spo:anon#00f1ce4df292ee89d4b7d62d24516d82bd9729707b84a84108170258c49c7b15::" providerId="AD" clId="Web-{F03CAF5C-D60E-7EB3-74DE-0CF394A605C7}" dt="2021-11-28T19:15:52.067" v="1"/>
          <ac:spMkLst>
            <pc:docMk/>
            <pc:sldMk cId="760185116" sldId="298"/>
            <ac:spMk id="6" creationId="{A01F7BA5-10E5-40E4-8AEC-D76DAC13C863}"/>
          </ac:spMkLst>
        </pc:spChg>
        <pc:spChg chg="del">
          <ac:chgData name="Gastbenutzer" userId="S::urn:spo:anon#00f1ce4df292ee89d4b7d62d24516d82bd9729707b84a84108170258c49c7b15::" providerId="AD" clId="Web-{F03CAF5C-D60E-7EB3-74DE-0CF394A605C7}" dt="2021-11-28T19:15:45.786" v="0"/>
          <ac:spMkLst>
            <pc:docMk/>
            <pc:sldMk cId="760185116" sldId="298"/>
            <ac:spMk id="8" creationId="{7120895B-5366-46E2-80A5-E2D158065A66}"/>
          </ac:spMkLst>
        </pc:spChg>
      </pc:sldChg>
      <pc:sldChg chg="modSp">
        <pc:chgData name="Gastbenutzer" userId="S::urn:spo:anon#00f1ce4df292ee89d4b7d62d24516d82bd9729707b84a84108170258c49c7b15::" providerId="AD" clId="Web-{F03CAF5C-D60E-7EB3-74DE-0CF394A605C7}" dt="2021-11-28T19:42:58.346" v="300" actId="20577"/>
        <pc:sldMkLst>
          <pc:docMk/>
          <pc:sldMk cId="1254791684" sldId="300"/>
        </pc:sldMkLst>
        <pc:spChg chg="mod">
          <ac:chgData name="Gastbenutzer" userId="S::urn:spo:anon#00f1ce4df292ee89d4b7d62d24516d82bd9729707b84a84108170258c49c7b15::" providerId="AD" clId="Web-{F03CAF5C-D60E-7EB3-74DE-0CF394A605C7}" dt="2021-11-28T19:42:58.346" v="300" actId="20577"/>
          <ac:spMkLst>
            <pc:docMk/>
            <pc:sldMk cId="1254791684" sldId="300"/>
            <ac:spMk id="6" creationId="{23281174-1BF5-425A-9877-039FD9F94DA6}"/>
          </ac:spMkLst>
        </pc:spChg>
      </pc:sldChg>
      <pc:sldChg chg="addSp delSp modSp new mod modClrScheme chgLayout">
        <pc:chgData name="Gastbenutzer" userId="S::urn:spo:anon#00f1ce4df292ee89d4b7d62d24516d82bd9729707b84a84108170258c49c7b15::" providerId="AD" clId="Web-{F03CAF5C-D60E-7EB3-74DE-0CF394A605C7}" dt="2021-11-28T19:27:44.604" v="77" actId="1076"/>
        <pc:sldMkLst>
          <pc:docMk/>
          <pc:sldMk cId="4250089077" sldId="302"/>
        </pc:sldMkLst>
        <pc:spChg chg="del mod ord">
          <ac:chgData name="Gastbenutzer" userId="S::urn:spo:anon#00f1ce4df292ee89d4b7d62d24516d82bd9729707b84a84108170258c49c7b15::" providerId="AD" clId="Web-{F03CAF5C-D60E-7EB3-74DE-0CF394A605C7}" dt="2021-11-28T19:17:16.132" v="5"/>
          <ac:spMkLst>
            <pc:docMk/>
            <pc:sldMk cId="4250089077" sldId="302"/>
            <ac:spMk id="2" creationId="{F32824A6-B0D6-4B7A-8FDB-2A144D2F3720}"/>
          </ac:spMkLst>
        </pc:spChg>
        <pc:spChg chg="del mod ord">
          <ac:chgData name="Gastbenutzer" userId="S::urn:spo:anon#00f1ce4df292ee89d4b7d62d24516d82bd9729707b84a84108170258c49c7b15::" providerId="AD" clId="Web-{F03CAF5C-D60E-7EB3-74DE-0CF394A605C7}" dt="2021-11-28T19:18:05.931" v="9"/>
          <ac:spMkLst>
            <pc:docMk/>
            <pc:sldMk cId="4250089077" sldId="302"/>
            <ac:spMk id="3" creationId="{BFC52F11-086F-4F4D-B7B4-A060BCBC8096}"/>
          </ac:spMkLst>
        </pc:spChg>
        <pc:spChg chg="add mod">
          <ac:chgData name="Gastbenutzer" userId="S::urn:spo:anon#00f1ce4df292ee89d4b7d62d24516d82bd9729707b84a84108170258c49c7b15::" providerId="AD" clId="Web-{F03CAF5C-D60E-7EB3-74DE-0CF394A605C7}" dt="2021-11-28T19:27:44.604" v="77" actId="1076"/>
          <ac:spMkLst>
            <pc:docMk/>
            <pc:sldMk cId="4250089077" sldId="302"/>
            <ac:spMk id="9" creationId="{9C2E4C66-6987-4166-9920-A933D08CA2B7}"/>
          </ac:spMkLst>
        </pc:spChg>
        <pc:picChg chg="add del">
          <ac:chgData name="Gastbenutzer" userId="S::urn:spo:anon#00f1ce4df292ee89d4b7d62d24516d82bd9729707b84a84108170258c49c7b15::" providerId="AD" clId="Web-{F03CAF5C-D60E-7EB3-74DE-0CF394A605C7}" dt="2021-11-28T19:17:30.336" v="7"/>
          <ac:picMkLst>
            <pc:docMk/>
            <pc:sldMk cId="4250089077" sldId="302"/>
            <ac:picMk id="5" creationId="{4BB29A19-A3DF-47DC-9438-2B160390FC66}"/>
          </ac:picMkLst>
        </pc:picChg>
        <pc:picChg chg="add mod">
          <ac:chgData name="Gastbenutzer" userId="S::urn:spo:anon#00f1ce4df292ee89d4b7d62d24516d82bd9729707b84a84108170258c49c7b15::" providerId="AD" clId="Web-{F03CAF5C-D60E-7EB3-74DE-0CF394A605C7}" dt="2021-11-28T19:26:58.806" v="66" actId="1076"/>
          <ac:picMkLst>
            <pc:docMk/>
            <pc:sldMk cId="4250089077" sldId="302"/>
            <ac:picMk id="7" creationId="{62BADDFE-7851-41F0-8213-5FA1415B7912}"/>
          </ac:picMkLst>
        </pc:picChg>
      </pc:sldChg>
      <pc:sldChg chg="addSp delSp modSp new mod modClrScheme chgLayout">
        <pc:chgData name="Gastbenutzer" userId="S::urn:spo:anon#00f1ce4df292ee89d4b7d62d24516d82bd9729707b84a84108170258c49c7b15::" providerId="AD" clId="Web-{F03CAF5C-D60E-7EB3-74DE-0CF394A605C7}" dt="2021-11-28T20:22:13.528" v="580" actId="1076"/>
        <pc:sldMkLst>
          <pc:docMk/>
          <pc:sldMk cId="4017360730" sldId="303"/>
        </pc:sldMkLst>
        <pc:spChg chg="del mod ord">
          <ac:chgData name="Gastbenutzer" userId="S::urn:spo:anon#00f1ce4df292ee89d4b7d62d24516d82bd9729707b84a84108170258c49c7b15::" providerId="AD" clId="Web-{F03CAF5C-D60E-7EB3-74DE-0CF394A605C7}" dt="2021-11-28T19:22:02.953" v="42"/>
          <ac:spMkLst>
            <pc:docMk/>
            <pc:sldMk cId="4017360730" sldId="303"/>
            <ac:spMk id="2" creationId="{361D2F18-A725-4F8B-A227-C7F615B44A41}"/>
          </ac:spMkLst>
        </pc:spChg>
        <pc:spChg chg="del">
          <ac:chgData name="Gastbenutzer" userId="S::urn:spo:anon#00f1ce4df292ee89d4b7d62d24516d82bd9729707b84a84108170258c49c7b15::" providerId="AD" clId="Web-{F03CAF5C-D60E-7EB3-74DE-0CF394A605C7}" dt="2021-11-28T19:21:32.718" v="26"/>
          <ac:spMkLst>
            <pc:docMk/>
            <pc:sldMk cId="4017360730" sldId="303"/>
            <ac:spMk id="3" creationId="{886F5368-A09D-4D98-92E7-43AF7C7F87C5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19:29:26.748" v="91"/>
          <ac:spMkLst>
            <pc:docMk/>
            <pc:sldMk cId="4017360730" sldId="303"/>
            <ac:spMk id="4" creationId="{3476AAF3-BEFB-4EED-9DFC-ACB890DCE775}"/>
          </ac:spMkLst>
        </pc:spChg>
        <pc:spChg chg="add mod ord">
          <ac:chgData name="Gastbenutzer" userId="S::urn:spo:anon#00f1ce4df292ee89d4b7d62d24516d82bd9729707b84a84108170258c49c7b15::" providerId="AD" clId="Web-{F03CAF5C-D60E-7EB3-74DE-0CF394A605C7}" dt="2021-11-28T19:33:19.214" v="135"/>
          <ac:spMkLst>
            <pc:docMk/>
            <pc:sldMk cId="4017360730" sldId="303"/>
            <ac:spMk id="6" creationId="{7B45C7F4-37B5-4CD3-8178-06692D5E249A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19:28:25.621" v="80"/>
          <ac:spMkLst>
            <pc:docMk/>
            <pc:sldMk cId="4017360730" sldId="303"/>
            <ac:spMk id="7" creationId="{85BBAD2D-348E-41A0-B982-4AC8A3566368}"/>
          </ac:spMkLst>
        </pc:spChg>
        <pc:spChg chg="add del mod">
          <ac:chgData name="Gastbenutzer" userId="S::urn:spo:anon#00f1ce4df292ee89d4b7d62d24516d82bd9729707b84a84108170258c49c7b15::" providerId="AD" clId="Web-{F03CAF5C-D60E-7EB3-74DE-0CF394A605C7}" dt="2021-11-28T19:30:11.343" v="95"/>
          <ac:spMkLst>
            <pc:docMk/>
            <pc:sldMk cId="4017360730" sldId="303"/>
            <ac:spMk id="10" creationId="{7121CC2F-EF74-4C57-BE5E-08BEE38C96B5}"/>
          </ac:spMkLst>
        </pc:spChg>
        <pc:spChg chg="add mod">
          <ac:chgData name="Gastbenutzer" userId="S::urn:spo:anon#00f1ce4df292ee89d4b7d62d24516d82bd9729707b84a84108170258c49c7b15::" providerId="AD" clId="Web-{F03CAF5C-D60E-7EB3-74DE-0CF394A605C7}" dt="2021-11-28T20:22:13.528" v="580" actId="1076"/>
          <ac:spMkLst>
            <pc:docMk/>
            <pc:sldMk cId="4017360730" sldId="303"/>
            <ac:spMk id="11" creationId="{FED3597E-997B-4755-8C6D-CE79009F3FA4}"/>
          </ac:spMkLst>
        </pc:spChg>
        <pc:spChg chg="add del mod">
          <ac:chgData name="Gastbenutzer" userId="S::urn:spo:anon#00f1ce4df292ee89d4b7d62d24516d82bd9729707b84a84108170258c49c7b15::" providerId="AD" clId="Web-{F03CAF5C-D60E-7EB3-74DE-0CF394A605C7}" dt="2021-11-28T19:33:10.886" v="134"/>
          <ac:spMkLst>
            <pc:docMk/>
            <pc:sldMk cId="4017360730" sldId="303"/>
            <ac:spMk id="12" creationId="{DEF7A538-2205-405F-A50A-2BF06837910E}"/>
          </ac:spMkLst>
        </pc:spChg>
        <pc:spChg chg="add mod ord">
          <ac:chgData name="Gastbenutzer" userId="S::urn:spo:anon#00f1ce4df292ee89d4b7d62d24516d82bd9729707b84a84108170258c49c7b15::" providerId="AD" clId="Web-{F03CAF5C-D60E-7EB3-74DE-0CF394A605C7}" dt="2021-11-28T19:47:59.762" v="327" actId="20577"/>
          <ac:spMkLst>
            <pc:docMk/>
            <pc:sldMk cId="4017360730" sldId="303"/>
            <ac:spMk id="13" creationId="{A094B7E6-2B55-490F-ABE3-868865017070}"/>
          </ac:spMkLst>
        </pc:spChg>
        <pc:picChg chg="add mod">
          <ac:chgData name="Gastbenutzer" userId="S::urn:spo:anon#00f1ce4df292ee89d4b7d62d24516d82bd9729707b84a84108170258c49c7b15::" providerId="AD" clId="Web-{F03CAF5C-D60E-7EB3-74DE-0CF394A605C7}" dt="2021-11-28T19:48:16.497" v="329" actId="1076"/>
          <ac:picMkLst>
            <pc:docMk/>
            <pc:sldMk cId="4017360730" sldId="303"/>
            <ac:picMk id="5" creationId="{A2B6ABA0-A761-450A-9AAC-816EC0DDDE0B}"/>
          </ac:picMkLst>
        </pc:picChg>
        <pc:picChg chg="add del mod ord">
          <ac:chgData name="Gastbenutzer" userId="S::urn:spo:anon#00f1ce4df292ee89d4b7d62d24516d82bd9729707b84a84108170258c49c7b15::" providerId="AD" clId="Web-{F03CAF5C-D60E-7EB3-74DE-0CF394A605C7}" dt="2021-11-28T19:30:00.140" v="93"/>
          <ac:picMkLst>
            <pc:docMk/>
            <pc:sldMk cId="4017360730" sldId="303"/>
            <ac:picMk id="8" creationId="{916EB9FE-48CD-43BD-AA94-B6A3FFED5896}"/>
          </ac:picMkLst>
        </pc:picChg>
      </pc:sldChg>
      <pc:sldChg chg="addSp delSp modSp new mod setBg modClrScheme chgLayout">
        <pc:chgData name="Gastbenutzer" userId="S::urn:spo:anon#00f1ce4df292ee89d4b7d62d24516d82bd9729707b84a84108170258c49c7b15::" providerId="AD" clId="Web-{F03CAF5C-D60E-7EB3-74DE-0CF394A605C7}" dt="2021-11-28T20:20:59.260" v="572" actId="20577"/>
        <pc:sldMkLst>
          <pc:docMk/>
          <pc:sldMk cId="2854351151" sldId="304"/>
        </pc:sldMkLst>
        <pc:spChg chg="mod ord">
          <ac:chgData name="Gastbenutzer" userId="S::urn:spo:anon#00f1ce4df292ee89d4b7d62d24516d82bd9729707b84a84108170258c49c7b15::" providerId="AD" clId="Web-{F03CAF5C-D60E-7EB3-74DE-0CF394A605C7}" dt="2021-11-28T19:52:11.019" v="341"/>
          <ac:spMkLst>
            <pc:docMk/>
            <pc:sldMk cId="2854351151" sldId="304"/>
            <ac:spMk id="2" creationId="{6B262452-2CB8-45D9-84DF-2516B5F3CF3B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20:20:59.260" v="572" actId="20577"/>
          <ac:spMkLst>
            <pc:docMk/>
            <pc:sldMk cId="2854351151" sldId="304"/>
            <ac:spMk id="3" creationId="{647DFE05-4B20-4341-9B4E-5120EBD15262}"/>
          </ac:spMkLst>
        </pc:spChg>
        <pc:spChg chg="add del">
          <ac:chgData name="Gastbenutzer" userId="S::urn:spo:anon#00f1ce4df292ee89d4b7d62d24516d82bd9729707b84a84108170258c49c7b15::" providerId="AD" clId="Web-{F03CAF5C-D60E-7EB3-74DE-0CF394A605C7}" dt="2021-11-28T19:40:29.076" v="267"/>
          <ac:spMkLst>
            <pc:docMk/>
            <pc:sldMk cId="2854351151" sldId="304"/>
            <ac:spMk id="4" creationId="{E3638417-B98F-4538-BB3E-C69ED4082801}"/>
          </ac:spMkLst>
        </pc:spChg>
        <pc:spChg chg="add del mod ord">
          <ac:chgData name="Gastbenutzer" userId="S::urn:spo:anon#00f1ce4df292ee89d4b7d62d24516d82bd9729707b84a84108170258c49c7b15::" providerId="AD" clId="Web-{F03CAF5C-D60E-7EB3-74DE-0CF394A605C7}" dt="2021-11-28T19:57:19.732" v="389"/>
          <ac:spMkLst>
            <pc:docMk/>
            <pc:sldMk cId="2854351151" sldId="304"/>
            <ac:spMk id="5" creationId="{925AE705-F88E-4E25-903E-B794F042397D}"/>
          </ac:spMkLst>
        </pc:spChg>
        <pc:spChg chg="add del mod">
          <ac:chgData name="Gastbenutzer" userId="S::urn:spo:anon#00f1ce4df292ee89d4b7d62d24516d82bd9729707b84a84108170258c49c7b15::" providerId="AD" clId="Web-{F03CAF5C-D60E-7EB3-74DE-0CF394A605C7}" dt="2021-11-28T19:57:43.436" v="391"/>
          <ac:spMkLst>
            <pc:docMk/>
            <pc:sldMk cId="2854351151" sldId="304"/>
            <ac:spMk id="14" creationId="{86182F13-4986-49CA-9655-CC64ADDCFF3A}"/>
          </ac:spMkLst>
        </pc:spChg>
        <pc:graphicFrameChg chg="add del">
          <ac:chgData name="Gastbenutzer" userId="S::urn:spo:anon#00f1ce4df292ee89d4b7d62d24516d82bd9729707b84a84108170258c49c7b15::" providerId="AD" clId="Web-{F03CAF5C-D60E-7EB3-74DE-0CF394A605C7}" dt="2021-11-28T19:52:11.019" v="341"/>
          <ac:graphicFrameMkLst>
            <pc:docMk/>
            <pc:sldMk cId="2854351151" sldId="304"/>
            <ac:graphicFrameMk id="7" creationId="{4BD558A0-5E31-44B2-80E0-7337989A1F75}"/>
          </ac:graphicFrameMkLst>
        </pc:graphicFrameChg>
        <pc:picChg chg="add del mod ord modCrop">
          <ac:chgData name="Gastbenutzer" userId="S::urn:spo:anon#00f1ce4df292ee89d4b7d62d24516d82bd9729707b84a84108170258c49c7b15::" providerId="AD" clId="Web-{F03CAF5C-D60E-7EB3-74DE-0CF394A605C7}" dt="2021-11-28T19:57:20.998" v="390"/>
          <ac:picMkLst>
            <pc:docMk/>
            <pc:sldMk cId="2854351151" sldId="304"/>
            <ac:picMk id="12" creationId="{9C8E96DF-4B74-48A6-9548-E33C8D274BF9}"/>
          </ac:picMkLst>
        </pc:picChg>
        <pc:picChg chg="add mod ord modCrop">
          <ac:chgData name="Gastbenutzer" userId="S::urn:spo:anon#00f1ce4df292ee89d4b7d62d24516d82bd9729707b84a84108170258c49c7b15::" providerId="AD" clId="Web-{F03CAF5C-D60E-7EB3-74DE-0CF394A605C7}" dt="2021-11-28T20:09:46.568" v="485" actId="1076"/>
          <ac:picMkLst>
            <pc:docMk/>
            <pc:sldMk cId="2854351151" sldId="304"/>
            <ac:picMk id="15" creationId="{7489916D-017A-40D7-A5E0-D4C7BA5C7621}"/>
          </ac:picMkLst>
        </pc:picChg>
      </pc:sldChg>
      <pc:sldChg chg="addSp delSp modSp new">
        <pc:chgData name="Gastbenutzer" userId="S::urn:spo:anon#00f1ce4df292ee89d4b7d62d24516d82bd9729707b84a84108170258c49c7b15::" providerId="AD" clId="Web-{F03CAF5C-D60E-7EB3-74DE-0CF394A605C7}" dt="2021-11-28T20:28:01.101" v="647" actId="1076"/>
        <pc:sldMkLst>
          <pc:docMk/>
          <pc:sldMk cId="3026100" sldId="305"/>
        </pc:sldMkLst>
        <pc:spChg chg="add del mod">
          <ac:chgData name="Gastbenutzer" userId="S::urn:spo:anon#00f1ce4df292ee89d4b7d62d24516d82bd9729707b84a84108170258c49c7b15::" providerId="AD" clId="Web-{F03CAF5C-D60E-7EB3-74DE-0CF394A605C7}" dt="2021-11-28T20:06:36" v="465"/>
          <ac:spMkLst>
            <pc:docMk/>
            <pc:sldMk cId="3026100" sldId="305"/>
            <ac:spMk id="2" creationId="{3F30D789-AF19-4AB2-8657-AA42C854D153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19:55:16.166" v="363" actId="20577"/>
          <ac:spMkLst>
            <pc:docMk/>
            <pc:sldMk cId="3026100" sldId="305"/>
            <ac:spMk id="3" creationId="{C607ACB2-909A-4AEF-90A3-41C32C232D2B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28:01.101" v="647" actId="1076"/>
          <ac:spMkLst>
            <pc:docMk/>
            <pc:sldMk cId="3026100" sldId="305"/>
            <ac:spMk id="4" creationId="{40942D36-1FE0-43D0-95B4-D9C20B030F4E}"/>
          </ac:spMkLst>
        </pc:spChg>
        <pc:spChg chg="add del">
          <ac:chgData name="Gastbenutzer" userId="S::urn:spo:anon#00f1ce4df292ee89d4b7d62d24516d82bd9729707b84a84108170258c49c7b15::" providerId="AD" clId="Web-{F03CAF5C-D60E-7EB3-74DE-0CF394A605C7}" dt="2021-11-28T19:56:35.137" v="388"/>
          <ac:spMkLst>
            <pc:docMk/>
            <pc:sldMk cId="3026100" sldId="305"/>
            <ac:spMk id="5" creationId="{58C98CB7-BFA2-4230-911C-7E695B99DE80}"/>
          </ac:spMkLst>
        </pc:spChg>
        <pc:spChg chg="add del mod">
          <ac:chgData name="Gastbenutzer" userId="S::urn:spo:anon#00f1ce4df292ee89d4b7d62d24516d82bd9729707b84a84108170258c49c7b15::" providerId="AD" clId="Web-{F03CAF5C-D60E-7EB3-74DE-0CF394A605C7}" dt="2021-11-28T20:09:22.052" v="482"/>
          <ac:spMkLst>
            <pc:docMk/>
            <pc:sldMk cId="3026100" sldId="305"/>
            <ac:spMk id="8" creationId="{A0A3A080-6FCB-4000-9B0C-073D0FF5D4C8}"/>
          </ac:spMkLst>
        </pc:spChg>
        <pc:picChg chg="add del mod ord modCrop">
          <ac:chgData name="Gastbenutzer" userId="S::urn:spo:anon#00f1ce4df292ee89d4b7d62d24516d82bd9729707b84a84108170258c49c7b15::" providerId="AD" clId="Web-{F03CAF5C-D60E-7EB3-74DE-0CF394A605C7}" dt="2021-11-28T20:06:17.608" v="462"/>
          <ac:picMkLst>
            <pc:docMk/>
            <pc:sldMk cId="3026100" sldId="305"/>
            <ac:picMk id="6" creationId="{40D9B273-6CDC-4A49-B796-336074B44E04}"/>
          </ac:picMkLst>
        </pc:picChg>
        <pc:picChg chg="add mod ord modCrop">
          <ac:chgData name="Gastbenutzer" userId="S::urn:spo:anon#00f1ce4df292ee89d4b7d62d24516d82bd9729707b84a84108170258c49c7b15::" providerId="AD" clId="Web-{F03CAF5C-D60E-7EB3-74DE-0CF394A605C7}" dt="2021-11-28T20:09:38.552" v="484" actId="1076"/>
          <ac:picMkLst>
            <pc:docMk/>
            <pc:sldMk cId="3026100" sldId="305"/>
            <ac:picMk id="7" creationId="{A72E837E-BE84-4E3C-80C4-5A393235221E}"/>
          </ac:picMkLst>
        </pc:picChg>
      </pc:sldChg>
      <pc:sldChg chg="addSp delSp modSp new">
        <pc:chgData name="Gastbenutzer" userId="S::urn:spo:anon#00f1ce4df292ee89d4b7d62d24516d82bd9729707b84a84108170258c49c7b15::" providerId="AD" clId="Web-{F03CAF5C-D60E-7EB3-74DE-0CF394A605C7}" dt="2021-11-28T20:38:21.542" v="713" actId="1076"/>
        <pc:sldMkLst>
          <pc:docMk/>
          <pc:sldMk cId="3503557296" sldId="306"/>
        </pc:sldMkLst>
        <pc:spChg chg="del">
          <ac:chgData name="Gastbenutzer" userId="S::urn:spo:anon#00f1ce4df292ee89d4b7d62d24516d82bd9729707b84a84108170258c49c7b15::" providerId="AD" clId="Web-{F03CAF5C-D60E-7EB3-74DE-0CF394A605C7}" dt="2021-11-28T20:16:20.877" v="544"/>
          <ac:spMkLst>
            <pc:docMk/>
            <pc:sldMk cId="3503557296" sldId="306"/>
            <ac:spMk id="2" creationId="{111CA078-4431-4D92-A98F-6E28834FBD08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16:18.033" v="543" actId="20577"/>
          <ac:spMkLst>
            <pc:docMk/>
            <pc:sldMk cId="3503557296" sldId="306"/>
            <ac:spMk id="3" creationId="{62A79A34-3095-43B1-9B27-F00C51476680}"/>
          </ac:spMkLst>
        </pc:spChg>
        <pc:spChg chg="del">
          <ac:chgData name="Gastbenutzer" userId="S::urn:spo:anon#00f1ce4df292ee89d4b7d62d24516d82bd9729707b84a84108170258c49c7b15::" providerId="AD" clId="Web-{F03CAF5C-D60E-7EB3-74DE-0CF394A605C7}" dt="2021-11-28T20:16:56.065" v="545"/>
          <ac:spMkLst>
            <pc:docMk/>
            <pc:sldMk cId="3503557296" sldId="306"/>
            <ac:spMk id="4" creationId="{DF6C7219-9B40-4E56-A5CF-1FCEBF9113BC}"/>
          </ac:spMkLst>
        </pc:spChg>
        <pc:spChg chg="add del mod">
          <ac:chgData name="Gastbenutzer" userId="S::urn:spo:anon#00f1ce4df292ee89d4b7d62d24516d82bd9729707b84a84108170258c49c7b15::" providerId="AD" clId="Web-{F03CAF5C-D60E-7EB3-74DE-0CF394A605C7}" dt="2021-11-28T20:32:57.891" v="673"/>
          <ac:spMkLst>
            <pc:docMk/>
            <pc:sldMk cId="3503557296" sldId="306"/>
            <ac:spMk id="6" creationId="{EDCA644C-5A39-4474-A318-9CB7CD5EB15D}"/>
          </ac:spMkLst>
        </pc:spChg>
        <pc:spChg chg="add mod">
          <ac:chgData name="Gastbenutzer" userId="S::urn:spo:anon#00f1ce4df292ee89d4b7d62d24516d82bd9729707b84a84108170258c49c7b15::" providerId="AD" clId="Web-{F03CAF5C-D60E-7EB3-74DE-0CF394A605C7}" dt="2021-11-28T20:36:47.164" v="710" actId="1076"/>
          <ac:spMkLst>
            <pc:docMk/>
            <pc:sldMk cId="3503557296" sldId="306"/>
            <ac:spMk id="8" creationId="{D3FE7E80-230C-4A1B-8D16-B674EC258C65}"/>
          </ac:spMkLst>
        </pc:spChg>
        <pc:spChg chg="add mod">
          <ac:chgData name="Gastbenutzer" userId="S::urn:spo:anon#00f1ce4df292ee89d4b7d62d24516d82bd9729707b84a84108170258c49c7b15::" providerId="AD" clId="Web-{F03CAF5C-D60E-7EB3-74DE-0CF394A605C7}" dt="2021-11-28T20:38:21.542" v="713" actId="1076"/>
          <ac:spMkLst>
            <pc:docMk/>
            <pc:sldMk cId="3503557296" sldId="306"/>
            <ac:spMk id="10" creationId="{0B1C5A90-72EF-482A-96E8-4839C4147EC4}"/>
          </ac:spMkLst>
        </pc:spChg>
        <pc:picChg chg="add mod ord">
          <ac:chgData name="Gastbenutzer" userId="S::urn:spo:anon#00f1ce4df292ee89d4b7d62d24516d82bd9729707b84a84108170258c49c7b15::" providerId="AD" clId="Web-{F03CAF5C-D60E-7EB3-74DE-0CF394A605C7}" dt="2021-11-28T20:36:35.882" v="708" actId="1076"/>
          <ac:picMkLst>
            <pc:docMk/>
            <pc:sldMk cId="3503557296" sldId="306"/>
            <ac:picMk id="5" creationId="{A32ECF79-7552-4D77-9BB2-BCDFDA4DB367}"/>
          </ac:picMkLst>
        </pc:picChg>
      </pc:sldChg>
      <pc:sldChg chg="addSp delSp modSp new">
        <pc:chgData name="Gastbenutzer" userId="S::urn:spo:anon#00f1ce4df292ee89d4b7d62d24516d82bd9729707b84a84108170258c49c7b15::" providerId="AD" clId="Web-{F03CAF5C-D60E-7EB3-74DE-0CF394A605C7}" dt="2021-11-28T20:31:11.076" v="660" actId="1076"/>
        <pc:sldMkLst>
          <pc:docMk/>
          <pc:sldMk cId="1818528653" sldId="307"/>
        </pc:sldMkLst>
        <pc:spChg chg="add del">
          <ac:chgData name="Gastbenutzer" userId="S::urn:spo:anon#00f1ce4df292ee89d4b7d62d24516d82bd9729707b84a84108170258c49c7b15::" providerId="AD" clId="Web-{F03CAF5C-D60E-7EB3-74DE-0CF394A605C7}" dt="2021-11-28T20:30:44.200" v="658"/>
          <ac:spMkLst>
            <pc:docMk/>
            <pc:sldMk cId="1818528653" sldId="307"/>
            <ac:spMk id="2" creationId="{B60812AF-E010-4DFA-9143-C5A7A6A43115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26:11.004" v="618"/>
          <ac:spMkLst>
            <pc:docMk/>
            <pc:sldMk cId="1818528653" sldId="307"/>
            <ac:spMk id="3" creationId="{910A1E0D-C79E-4AE5-A6EE-3B97C2F131B2}"/>
          </ac:spMkLst>
        </pc:spChg>
        <pc:spChg chg="mod">
          <ac:chgData name="Gastbenutzer" userId="S::urn:spo:anon#00f1ce4df292ee89d4b7d62d24516d82bd9729707b84a84108170258c49c7b15::" providerId="AD" clId="Web-{F03CAF5C-D60E-7EB3-74DE-0CF394A605C7}" dt="2021-11-28T20:28:14.992" v="649" actId="1076"/>
          <ac:spMkLst>
            <pc:docMk/>
            <pc:sldMk cId="1818528653" sldId="307"/>
            <ac:spMk id="4" creationId="{7AF354D8-185E-4DE2-AEFF-9BF06821D4BF}"/>
          </ac:spMkLst>
        </pc:spChg>
        <pc:picChg chg="add del mod ord modCrop">
          <ac:chgData name="Gastbenutzer" userId="S::urn:spo:anon#00f1ce4df292ee89d4b7d62d24516d82bd9729707b84a84108170258c49c7b15::" providerId="AD" clId="Web-{F03CAF5C-D60E-7EB3-74DE-0CF394A605C7}" dt="2021-11-28T20:28:50.884" v="653"/>
          <ac:picMkLst>
            <pc:docMk/>
            <pc:sldMk cId="1818528653" sldId="307"/>
            <ac:picMk id="5" creationId="{C8F33344-6D84-4260-9D4D-7245D1AF2F0A}"/>
          </ac:picMkLst>
        </pc:picChg>
        <pc:picChg chg="add del mod ord modCrop">
          <ac:chgData name="Gastbenutzer" userId="S::urn:spo:anon#00f1ce4df292ee89d4b7d62d24516d82bd9729707b84a84108170258c49c7b15::" providerId="AD" clId="Web-{F03CAF5C-D60E-7EB3-74DE-0CF394A605C7}" dt="2021-11-28T20:30:27.762" v="657"/>
          <ac:picMkLst>
            <pc:docMk/>
            <pc:sldMk cId="1818528653" sldId="307"/>
            <ac:picMk id="6" creationId="{FBE33DEC-8B86-422E-933C-EF65D216964F}"/>
          </ac:picMkLst>
        </pc:picChg>
        <pc:picChg chg="add mod ord modCrop">
          <ac:chgData name="Gastbenutzer" userId="S::urn:spo:anon#00f1ce4df292ee89d4b7d62d24516d82bd9729707b84a84108170258c49c7b15::" providerId="AD" clId="Web-{F03CAF5C-D60E-7EB3-74DE-0CF394A605C7}" dt="2021-11-28T20:31:11.076" v="660" actId="1076"/>
          <ac:picMkLst>
            <pc:docMk/>
            <pc:sldMk cId="1818528653" sldId="307"/>
            <ac:picMk id="7" creationId="{6D2A14AF-A865-45DC-8980-720245B967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24FB8-E08D-2943-BA56-8D1B5F4ACD03}" type="datetimeFigureOut">
              <a:rPr lang="en-US" smtClean="0"/>
              <a:t>12/1/2021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932A0-F33A-7A49-A1D4-AAEF7D36D4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5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932A0-F33A-7A49-A1D4-AAEF7D36D4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5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—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688000"/>
            <a:ext cx="10798468" cy="1333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180138" cy="1061796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Einzeiliger 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2" name="Textfeld 1"/>
          <p:cNvSpPr txBox="1"/>
          <p:nvPr userDrawn="1"/>
        </p:nvSpPr>
        <p:spPr>
          <a:xfrm>
            <a:off x="507600" y="7576261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357595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—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1693113" cy="1871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19249" cy="1584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Zweizeiliger</a:t>
            </a:r>
            <a:br>
              <a:rPr lang="de-AT" noProof="0"/>
            </a:br>
            <a:r>
              <a:rPr lang="de-AT" noProof="0"/>
              <a:t>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7920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39695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— Dr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2385065" cy="266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85520" cy="2376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Dreizeiliger Titel,</a:t>
            </a:r>
            <a:br>
              <a:rPr lang="de-AT" noProof="0"/>
            </a:br>
            <a:r>
              <a:rPr lang="de-AT" noProof="0"/>
              <a:t>nicht zu viel Text.</a:t>
            </a:r>
            <a:br>
              <a:rPr lang="de-AT" noProof="0"/>
            </a:br>
            <a:r>
              <a:rPr lang="de-AT" noProof="0"/>
              <a:t>Nicht ins Bild schreiben!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245603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415220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—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688000"/>
            <a:ext cx="10798468" cy="1333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180138" cy="1061796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Einzeiliger 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>
            <a:off x="507600" y="7578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706074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—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1693113" cy="1871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19249" cy="1584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Zweizeiliger</a:t>
            </a:r>
            <a:br>
              <a:rPr lang="de-AT" noProof="0"/>
            </a:br>
            <a:r>
              <a:rPr lang="de-AT" noProof="0"/>
              <a:t>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7920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18890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— Dr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2385065" cy="266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85520" cy="2376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Dreizeiliger Titel,</a:t>
            </a:r>
            <a:br>
              <a:rPr lang="de-AT" noProof="0"/>
            </a:br>
            <a:r>
              <a:rPr lang="de-AT" noProof="0"/>
              <a:t>nicht zu viel Text.</a:t>
            </a:r>
            <a:br>
              <a:rPr lang="de-AT" noProof="0"/>
            </a:br>
            <a:r>
              <a:rPr lang="de-AT" noProof="0"/>
              <a:t>Nicht ins Bild schreiben!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245603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68268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—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688000"/>
            <a:ext cx="10798468" cy="1333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180138" cy="1061796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Einzeiliger 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>
            <a:off x="507600" y="7578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416320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—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1693113" cy="1871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19249" cy="1584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Zweizeiliger</a:t>
            </a:r>
            <a:br>
              <a:rPr lang="de-AT" noProof="0"/>
            </a:br>
            <a:r>
              <a:rPr lang="de-AT" noProof="0"/>
              <a:t>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7920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1127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— Dr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2385065" cy="266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85520" cy="2376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Dreizeiliger Titel,</a:t>
            </a:r>
            <a:br>
              <a:rPr lang="de-AT" noProof="0"/>
            </a:br>
            <a:r>
              <a:rPr lang="de-AT" noProof="0"/>
              <a:t>nicht zu viel Text.</a:t>
            </a:r>
            <a:br>
              <a:rPr lang="de-AT" noProof="0"/>
            </a:br>
            <a:r>
              <a:rPr lang="de-AT" noProof="0"/>
              <a:t>Nicht ins Bild schreiben!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245603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61895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—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688000"/>
            <a:ext cx="10798468" cy="1333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180138" cy="1061796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Einzeiliger 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7576261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32205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—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1693113" cy="1871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19249" cy="1584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Zweizeiliger</a:t>
            </a:r>
            <a:br>
              <a:rPr lang="de-AT" noProof="0"/>
            </a:br>
            <a:r>
              <a:rPr lang="de-AT" noProof="0"/>
              <a:t>Titel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7920000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530272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— Dr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5688000"/>
            <a:ext cx="12385065" cy="2664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 noChangeAspect="1"/>
          </p:cNvSpPr>
          <p:nvPr>
            <p:ph type="ctrTitle" hasCustomPrompt="1"/>
          </p:nvPr>
        </p:nvSpPr>
        <p:spPr>
          <a:xfrm>
            <a:off x="144000" y="5832000"/>
            <a:ext cx="9285520" cy="2376000"/>
          </a:xfrm>
          <a:custGeom>
            <a:avLst/>
            <a:gdLst>
              <a:gd name="connsiteX0" fmla="*/ 0 w 5292000"/>
              <a:gd name="connsiteY0" fmla="*/ 0 h 1080000"/>
              <a:gd name="connsiteX1" fmla="*/ 5292000 w 5292000"/>
              <a:gd name="connsiteY1" fmla="*/ 0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5292000"/>
              <a:gd name="connsiteY0" fmla="*/ 0 h 1080000"/>
              <a:gd name="connsiteX1" fmla="*/ 4215675 w 5292000"/>
              <a:gd name="connsiteY1" fmla="*/ 3175 h 1080000"/>
              <a:gd name="connsiteX2" fmla="*/ 5292000 w 5292000"/>
              <a:gd name="connsiteY2" fmla="*/ 1080000 h 1080000"/>
              <a:gd name="connsiteX3" fmla="*/ 0 w 5292000"/>
              <a:gd name="connsiteY3" fmla="*/ 1080000 h 1080000"/>
              <a:gd name="connsiteX4" fmla="*/ 0 w 5292000"/>
              <a:gd name="connsiteY4" fmla="*/ 0 h 1080000"/>
              <a:gd name="connsiteX0" fmla="*/ 0 w 7664164"/>
              <a:gd name="connsiteY0" fmla="*/ 1587 h 1076825"/>
              <a:gd name="connsiteX1" fmla="*/ 6587839 w 7664164"/>
              <a:gd name="connsiteY1" fmla="*/ -1 h 1076825"/>
              <a:gd name="connsiteX2" fmla="*/ 7664164 w 7664164"/>
              <a:gd name="connsiteY2" fmla="*/ 1076824 h 1076825"/>
              <a:gd name="connsiteX3" fmla="*/ 2372164 w 7664164"/>
              <a:gd name="connsiteY3" fmla="*/ 1076824 h 1076825"/>
              <a:gd name="connsiteX4" fmla="*/ 0 w 7664164"/>
              <a:gd name="connsiteY4" fmla="*/ 1587 h 1076825"/>
              <a:gd name="connsiteX0" fmla="*/ 0 w 7664164"/>
              <a:gd name="connsiteY0" fmla="*/ 1589 h 1076825"/>
              <a:gd name="connsiteX1" fmla="*/ 6587839 w 7664164"/>
              <a:gd name="connsiteY1" fmla="*/ 1 h 1076825"/>
              <a:gd name="connsiteX2" fmla="*/ 7664164 w 7664164"/>
              <a:gd name="connsiteY2" fmla="*/ 1076826 h 1076825"/>
              <a:gd name="connsiteX3" fmla="*/ 0 w 7664164"/>
              <a:gd name="connsiteY3" fmla="*/ 1072063 h 1076825"/>
              <a:gd name="connsiteX4" fmla="*/ 0 w 7664164"/>
              <a:gd name="connsiteY4" fmla="*/ 1589 h 1076825"/>
              <a:gd name="connsiteX0" fmla="*/ 0 w 7675454"/>
              <a:gd name="connsiteY0" fmla="*/ 0 h 1075237"/>
              <a:gd name="connsiteX1" fmla="*/ 7675454 w 7675454"/>
              <a:gd name="connsiteY1" fmla="*/ 7405 h 1075237"/>
              <a:gd name="connsiteX2" fmla="*/ 7664164 w 7675454"/>
              <a:gd name="connsiteY2" fmla="*/ 1075237 h 1075237"/>
              <a:gd name="connsiteX3" fmla="*/ 0 w 7675454"/>
              <a:gd name="connsiteY3" fmla="*/ 1070474 h 1075237"/>
              <a:gd name="connsiteX4" fmla="*/ 0 w 7675454"/>
              <a:gd name="connsiteY4" fmla="*/ 0 h 1075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5454" h="1075237">
                <a:moveTo>
                  <a:pt x="0" y="0"/>
                </a:moveTo>
                <a:lnTo>
                  <a:pt x="7675454" y="7405"/>
                </a:lnTo>
                <a:lnTo>
                  <a:pt x="7664164" y="1075237"/>
                </a:lnTo>
                <a:lnTo>
                  <a:pt x="0" y="107047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wrap="none" lIns="360000" anchor="ctr" anchorCtr="0">
            <a:noAutofit/>
          </a:bodyPr>
          <a:lstStyle>
            <a:lvl1pPr algn="l">
              <a:lnSpc>
                <a:spcPts val="5000"/>
              </a:lnSpc>
              <a:defRPr sz="40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Dreizeiliger Titel,</a:t>
            </a:r>
            <a:br>
              <a:rPr lang="de-AT" noProof="0"/>
            </a:br>
            <a:r>
              <a:rPr lang="de-AT" noProof="0"/>
              <a:t>nicht zu viel Text.</a:t>
            </a:r>
            <a:br>
              <a:rPr lang="de-AT" noProof="0"/>
            </a:br>
            <a:r>
              <a:rPr lang="de-AT" noProof="0"/>
              <a:t>Nicht ins Bild schreiben!</a:t>
            </a: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3159" y="3676"/>
            <a:ext cx="13550400" cy="10159048"/>
          </a:xfrm>
          <a:prstGeom prst="rect">
            <a:avLst/>
          </a:prstGeom>
        </p:spPr>
      </p:pic>
      <p:pic>
        <p:nvPicPr>
          <p:cNvPr id="7" name="Bild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3995" y="245603"/>
            <a:ext cx="3078735" cy="693225"/>
          </a:xfrm>
          <a:prstGeom prst="rect">
            <a:avLst/>
          </a:prstGeom>
        </p:spPr>
      </p:pic>
      <p:sp>
        <p:nvSpPr>
          <p:cNvPr id="9" name="Textfeld 8"/>
          <p:cNvSpPr txBox="1"/>
          <p:nvPr userDrawn="1"/>
        </p:nvSpPr>
        <p:spPr>
          <a:xfrm>
            <a:off x="507600" y="245603"/>
            <a:ext cx="101430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772072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 noChangeAspect="1"/>
          </p:cNvSpPr>
          <p:nvPr>
            <p:ph type="pic" sz="quarter" idx="10"/>
          </p:nvPr>
        </p:nvSpPr>
        <p:spPr>
          <a:xfrm>
            <a:off x="2741531" y="0"/>
            <a:ext cx="13545600" cy="10159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685800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080000" y="3600000"/>
            <a:ext cx="6553440" cy="1598400"/>
          </a:xfrm>
          <a:prstGeom prst="rect">
            <a:avLst/>
          </a:prstGeom>
          <a:noFill/>
          <a:ln>
            <a:noFill/>
          </a:ln>
        </p:spPr>
        <p:txBody>
          <a:bodyPr lIns="0" tIns="0" rIns="359938" bIns="0" anchor="t" anchorCtr="0">
            <a:noAutofit/>
          </a:bodyPr>
          <a:lstStyle>
            <a:lvl1pPr algn="l">
              <a:lnSpc>
                <a:spcPts val="5000"/>
              </a:lnSpc>
              <a:defRPr sz="4000" b="0" i="0" baseline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/>
              <a:t>Dies ist eine Kapitelfolie. </a:t>
            </a:r>
            <a:br>
              <a:rPr lang="de-AT"/>
            </a:br>
            <a:r>
              <a:rPr lang="de-AT"/>
              <a:t>WICHTIG, nicht mehr Text </a:t>
            </a:r>
            <a:br>
              <a:rPr lang="de-AT"/>
            </a:br>
            <a:r>
              <a:rPr lang="de-AT"/>
              <a:t>als diesen hier!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59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/>
          <p:cNvSpPr>
            <a:spLocks noGrp="1" noChangeAspect="1"/>
          </p:cNvSpPr>
          <p:nvPr>
            <p:ph idx="11" hasCustomPrompt="1"/>
          </p:nvPr>
        </p:nvSpPr>
        <p:spPr>
          <a:xfrm>
            <a:off x="1080000" y="4320000"/>
            <a:ext cx="10800000" cy="54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6000">
              <a:lnSpc>
                <a:spcPts val="2200"/>
              </a:lnSpc>
              <a:spcBef>
                <a:spcPts val="200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 baseline="0">
                <a:latin typeface="Arial"/>
                <a:cs typeface="Arial"/>
              </a:defRPr>
            </a:lvl1pPr>
            <a:lvl2pPr marL="742823" indent="-285701">
              <a:buSzPct val="40000"/>
              <a:buFont typeface="Wingdings" charset="2"/>
              <a:buChar char="u"/>
              <a:defRPr>
                <a:latin typeface="Arial"/>
                <a:cs typeface="Arial"/>
              </a:defRPr>
            </a:lvl2pPr>
          </a:lstStyle>
          <a:p>
            <a:pPr lvl="0"/>
            <a:r>
              <a:rPr lang="de-AT" noProof="0"/>
              <a:t>Punkt 1</a:t>
            </a:r>
          </a:p>
          <a:p>
            <a:pPr lvl="0"/>
            <a:r>
              <a:rPr lang="de-AT" noProof="0"/>
              <a:t>Punkt 2</a:t>
            </a:r>
          </a:p>
          <a:p>
            <a:pPr lvl="0"/>
            <a:r>
              <a:rPr lang="de-AT" noProof="0"/>
              <a:t>Punkt 3</a:t>
            </a:r>
          </a:p>
          <a:p>
            <a:pPr lvl="0"/>
            <a:r>
              <a:rPr lang="de-AT" noProof="0"/>
              <a:t>…</a:t>
            </a:r>
          </a:p>
        </p:txBody>
      </p:sp>
      <p:sp>
        <p:nvSpPr>
          <p:cNvPr id="5" name="Rectangle 2"/>
          <p:cNvSpPr>
            <a:spLocks noChangeAspect="1"/>
          </p:cNvSpPr>
          <p:nvPr userDrawn="1"/>
        </p:nvSpPr>
        <p:spPr>
          <a:xfrm>
            <a:off x="-13482" y="2582196"/>
            <a:ext cx="11132979" cy="903815"/>
          </a:xfrm>
          <a:custGeom>
            <a:avLst/>
            <a:gdLst>
              <a:gd name="connsiteX0" fmla="*/ 0 w 7200000"/>
              <a:gd name="connsiteY0" fmla="*/ 0 h 900000"/>
              <a:gd name="connsiteX1" fmla="*/ 7200000 w 7200000"/>
              <a:gd name="connsiteY1" fmla="*/ 0 h 900000"/>
              <a:gd name="connsiteX2" fmla="*/ 7200000 w 7200000"/>
              <a:gd name="connsiteY2" fmla="*/ 900000 h 900000"/>
              <a:gd name="connsiteX3" fmla="*/ 0 w 7200000"/>
              <a:gd name="connsiteY3" fmla="*/ 900000 h 900000"/>
              <a:gd name="connsiteX4" fmla="*/ 0 w 7200000"/>
              <a:gd name="connsiteY4" fmla="*/ 0 h 900000"/>
              <a:gd name="connsiteX0" fmla="*/ 0 w 7200000"/>
              <a:gd name="connsiteY0" fmla="*/ 0 h 903175"/>
              <a:gd name="connsiteX1" fmla="*/ 7200000 w 7200000"/>
              <a:gd name="connsiteY1" fmla="*/ 0 h 903175"/>
              <a:gd name="connsiteX2" fmla="*/ 6298300 w 7200000"/>
              <a:gd name="connsiteY2" fmla="*/ 903175 h 903175"/>
              <a:gd name="connsiteX3" fmla="*/ 0 w 7200000"/>
              <a:gd name="connsiteY3" fmla="*/ 900000 h 903175"/>
              <a:gd name="connsiteX4" fmla="*/ 0 w 7200000"/>
              <a:gd name="connsiteY4" fmla="*/ 0 h 903175"/>
              <a:gd name="connsiteX0" fmla="*/ 0 w 7200000"/>
              <a:gd name="connsiteY0" fmla="*/ 0 h 900000"/>
              <a:gd name="connsiteX1" fmla="*/ 7200000 w 7200000"/>
              <a:gd name="connsiteY1" fmla="*/ 0 h 900000"/>
              <a:gd name="connsiteX2" fmla="*/ 5936350 w 7200000"/>
              <a:gd name="connsiteY2" fmla="*/ 868250 h 900000"/>
              <a:gd name="connsiteX3" fmla="*/ 0 w 7200000"/>
              <a:gd name="connsiteY3" fmla="*/ 900000 h 900000"/>
              <a:gd name="connsiteX4" fmla="*/ 0 w 7200000"/>
              <a:gd name="connsiteY4" fmla="*/ 0 h 900000"/>
              <a:gd name="connsiteX0" fmla="*/ 0 w 7200000"/>
              <a:gd name="connsiteY0" fmla="*/ 0 h 906350"/>
              <a:gd name="connsiteX1" fmla="*/ 7200000 w 7200000"/>
              <a:gd name="connsiteY1" fmla="*/ 0 h 906350"/>
              <a:gd name="connsiteX2" fmla="*/ 6295125 w 7200000"/>
              <a:gd name="connsiteY2" fmla="*/ 906350 h 906350"/>
              <a:gd name="connsiteX3" fmla="*/ 0 w 7200000"/>
              <a:gd name="connsiteY3" fmla="*/ 900000 h 906350"/>
              <a:gd name="connsiteX4" fmla="*/ 0 w 7200000"/>
              <a:gd name="connsiteY4" fmla="*/ 0 h 906350"/>
              <a:gd name="connsiteX0" fmla="*/ 0 w 7462237"/>
              <a:gd name="connsiteY0" fmla="*/ 11919 h 906350"/>
              <a:gd name="connsiteX1" fmla="*/ 7462237 w 7462237"/>
              <a:gd name="connsiteY1" fmla="*/ 0 h 906350"/>
              <a:gd name="connsiteX2" fmla="*/ 6557362 w 7462237"/>
              <a:gd name="connsiteY2" fmla="*/ 906350 h 906350"/>
              <a:gd name="connsiteX3" fmla="*/ 262237 w 7462237"/>
              <a:gd name="connsiteY3" fmla="*/ 900000 h 906350"/>
              <a:gd name="connsiteX4" fmla="*/ 0 w 7462237"/>
              <a:gd name="connsiteY4" fmla="*/ 11919 h 906350"/>
              <a:gd name="connsiteX0" fmla="*/ 11919 w 7474156"/>
              <a:gd name="connsiteY0" fmla="*/ 11919 h 906350"/>
              <a:gd name="connsiteX1" fmla="*/ 7474156 w 7474156"/>
              <a:gd name="connsiteY1" fmla="*/ 0 h 906350"/>
              <a:gd name="connsiteX2" fmla="*/ 6569281 w 7474156"/>
              <a:gd name="connsiteY2" fmla="*/ 906350 h 906350"/>
              <a:gd name="connsiteX3" fmla="*/ 0 w 7474156"/>
              <a:gd name="connsiteY3" fmla="*/ 905959 h 906350"/>
              <a:gd name="connsiteX4" fmla="*/ 11919 w 7474156"/>
              <a:gd name="connsiteY4" fmla="*/ 11919 h 906350"/>
              <a:gd name="connsiteX0" fmla="*/ 0 w 7462237"/>
              <a:gd name="connsiteY0" fmla="*/ 11919 h 911918"/>
              <a:gd name="connsiteX1" fmla="*/ 7462237 w 7462237"/>
              <a:gd name="connsiteY1" fmla="*/ 0 h 911918"/>
              <a:gd name="connsiteX2" fmla="*/ 6557362 w 7462237"/>
              <a:gd name="connsiteY2" fmla="*/ 906350 h 911918"/>
              <a:gd name="connsiteX3" fmla="*/ 5960 w 7462237"/>
              <a:gd name="connsiteY3" fmla="*/ 911918 h 911918"/>
              <a:gd name="connsiteX4" fmla="*/ 0 w 7462237"/>
              <a:gd name="connsiteY4" fmla="*/ 11919 h 911918"/>
              <a:gd name="connsiteX0" fmla="*/ 12092 w 7474329"/>
              <a:gd name="connsiteY0" fmla="*/ 11919 h 906350"/>
              <a:gd name="connsiteX1" fmla="*/ 7474329 w 7474329"/>
              <a:gd name="connsiteY1" fmla="*/ 0 h 906350"/>
              <a:gd name="connsiteX2" fmla="*/ 6569454 w 7474329"/>
              <a:gd name="connsiteY2" fmla="*/ 906350 h 906350"/>
              <a:gd name="connsiteX3" fmla="*/ 172 w 7474329"/>
              <a:gd name="connsiteY3" fmla="*/ 905959 h 906350"/>
              <a:gd name="connsiteX4" fmla="*/ 12092 w 7474329"/>
              <a:gd name="connsiteY4" fmla="*/ 11919 h 906350"/>
              <a:gd name="connsiteX0" fmla="*/ 0 w 7462237"/>
              <a:gd name="connsiteY0" fmla="*/ 11919 h 906350"/>
              <a:gd name="connsiteX1" fmla="*/ 7462237 w 7462237"/>
              <a:gd name="connsiteY1" fmla="*/ 0 h 906350"/>
              <a:gd name="connsiteX2" fmla="*/ 6557362 w 7462237"/>
              <a:gd name="connsiteY2" fmla="*/ 906350 h 906350"/>
              <a:gd name="connsiteX3" fmla="*/ 11920 w 7462237"/>
              <a:gd name="connsiteY3" fmla="*/ 899999 h 906350"/>
              <a:gd name="connsiteX4" fmla="*/ 0 w 7462237"/>
              <a:gd name="connsiteY4" fmla="*/ 11919 h 906350"/>
              <a:gd name="connsiteX0" fmla="*/ 0 w 7456277"/>
              <a:gd name="connsiteY0" fmla="*/ 0 h 912309"/>
              <a:gd name="connsiteX1" fmla="*/ 7456277 w 7456277"/>
              <a:gd name="connsiteY1" fmla="*/ 5959 h 912309"/>
              <a:gd name="connsiteX2" fmla="*/ 6551402 w 7456277"/>
              <a:gd name="connsiteY2" fmla="*/ 912309 h 912309"/>
              <a:gd name="connsiteX3" fmla="*/ 5960 w 7456277"/>
              <a:gd name="connsiteY3" fmla="*/ 905958 h 912309"/>
              <a:gd name="connsiteX4" fmla="*/ 0 w 7456277"/>
              <a:gd name="connsiteY4" fmla="*/ 0 h 912309"/>
              <a:gd name="connsiteX0" fmla="*/ 0 w 8723782"/>
              <a:gd name="connsiteY0" fmla="*/ 0 h 912309"/>
              <a:gd name="connsiteX1" fmla="*/ 8723782 w 8723782"/>
              <a:gd name="connsiteY1" fmla="*/ 5959 h 912309"/>
              <a:gd name="connsiteX2" fmla="*/ 7818907 w 8723782"/>
              <a:gd name="connsiteY2" fmla="*/ 912309 h 912309"/>
              <a:gd name="connsiteX3" fmla="*/ 1273465 w 8723782"/>
              <a:gd name="connsiteY3" fmla="*/ 905958 h 912309"/>
              <a:gd name="connsiteX4" fmla="*/ 0 w 8723782"/>
              <a:gd name="connsiteY4" fmla="*/ 0 h 912309"/>
              <a:gd name="connsiteX0" fmla="*/ 22313 w 8746095"/>
              <a:gd name="connsiteY0" fmla="*/ 0 h 912309"/>
              <a:gd name="connsiteX1" fmla="*/ 8746095 w 8746095"/>
              <a:gd name="connsiteY1" fmla="*/ 5959 h 912309"/>
              <a:gd name="connsiteX2" fmla="*/ 7841220 w 8746095"/>
              <a:gd name="connsiteY2" fmla="*/ 912309 h 912309"/>
              <a:gd name="connsiteX3" fmla="*/ 107 w 8746095"/>
              <a:gd name="connsiteY3" fmla="*/ 905958 h 912309"/>
              <a:gd name="connsiteX4" fmla="*/ 22313 w 8746095"/>
              <a:gd name="connsiteY4" fmla="*/ 0 h 912309"/>
              <a:gd name="connsiteX0" fmla="*/ 0 w 8766032"/>
              <a:gd name="connsiteY0" fmla="*/ 0 h 912309"/>
              <a:gd name="connsiteX1" fmla="*/ 8766032 w 8766032"/>
              <a:gd name="connsiteY1" fmla="*/ 5959 h 912309"/>
              <a:gd name="connsiteX2" fmla="*/ 7861157 w 8766032"/>
              <a:gd name="connsiteY2" fmla="*/ 912309 h 912309"/>
              <a:gd name="connsiteX3" fmla="*/ 20044 w 8766032"/>
              <a:gd name="connsiteY3" fmla="*/ 905958 h 912309"/>
              <a:gd name="connsiteX4" fmla="*/ 0 w 8766032"/>
              <a:gd name="connsiteY4" fmla="*/ 0 h 912309"/>
              <a:gd name="connsiteX0" fmla="*/ 0 w 8766032"/>
              <a:gd name="connsiteY0" fmla="*/ 0 h 912309"/>
              <a:gd name="connsiteX1" fmla="*/ 8766032 w 8766032"/>
              <a:gd name="connsiteY1" fmla="*/ 5959 h 912309"/>
              <a:gd name="connsiteX2" fmla="*/ 7861157 w 8766032"/>
              <a:gd name="connsiteY2" fmla="*/ 912309 h 912309"/>
              <a:gd name="connsiteX3" fmla="*/ 35888 w 8766032"/>
              <a:gd name="connsiteY3" fmla="*/ 900677 h 912309"/>
              <a:gd name="connsiteX4" fmla="*/ 0 w 8766032"/>
              <a:gd name="connsiteY4" fmla="*/ 0 h 912309"/>
              <a:gd name="connsiteX0" fmla="*/ 19687 w 8730264"/>
              <a:gd name="connsiteY0" fmla="*/ 1963 h 906350"/>
              <a:gd name="connsiteX1" fmla="*/ 8730264 w 8730264"/>
              <a:gd name="connsiteY1" fmla="*/ 0 h 906350"/>
              <a:gd name="connsiteX2" fmla="*/ 7825389 w 8730264"/>
              <a:gd name="connsiteY2" fmla="*/ 906350 h 906350"/>
              <a:gd name="connsiteX3" fmla="*/ 120 w 8730264"/>
              <a:gd name="connsiteY3" fmla="*/ 894718 h 906350"/>
              <a:gd name="connsiteX4" fmla="*/ 19687 w 8730264"/>
              <a:gd name="connsiteY4" fmla="*/ 1963 h 906350"/>
              <a:gd name="connsiteX0" fmla="*/ 1553 w 8730615"/>
              <a:gd name="connsiteY0" fmla="*/ 1963 h 906350"/>
              <a:gd name="connsiteX1" fmla="*/ 8730615 w 8730615"/>
              <a:gd name="connsiteY1" fmla="*/ 0 h 906350"/>
              <a:gd name="connsiteX2" fmla="*/ 7825740 w 8730615"/>
              <a:gd name="connsiteY2" fmla="*/ 906350 h 906350"/>
              <a:gd name="connsiteX3" fmla="*/ 471 w 8730615"/>
              <a:gd name="connsiteY3" fmla="*/ 894718 h 906350"/>
              <a:gd name="connsiteX4" fmla="*/ 1553 w 8730615"/>
              <a:gd name="connsiteY4" fmla="*/ 1963 h 906350"/>
              <a:gd name="connsiteX0" fmla="*/ 0 w 8729062"/>
              <a:gd name="connsiteY0" fmla="*/ 1963 h 906350"/>
              <a:gd name="connsiteX1" fmla="*/ 8729062 w 8729062"/>
              <a:gd name="connsiteY1" fmla="*/ 0 h 906350"/>
              <a:gd name="connsiteX2" fmla="*/ 7824187 w 8729062"/>
              <a:gd name="connsiteY2" fmla="*/ 906350 h 906350"/>
              <a:gd name="connsiteX3" fmla="*/ 51732 w 8729062"/>
              <a:gd name="connsiteY3" fmla="*/ 900000 h 906350"/>
              <a:gd name="connsiteX4" fmla="*/ 0 w 8729062"/>
              <a:gd name="connsiteY4" fmla="*/ 1963 h 906350"/>
              <a:gd name="connsiteX0" fmla="*/ 0 w 8729062"/>
              <a:gd name="connsiteY0" fmla="*/ 1963 h 906350"/>
              <a:gd name="connsiteX1" fmla="*/ 8729062 w 8729062"/>
              <a:gd name="connsiteY1" fmla="*/ 0 h 906350"/>
              <a:gd name="connsiteX2" fmla="*/ 7824187 w 8729062"/>
              <a:gd name="connsiteY2" fmla="*/ 906350 h 906350"/>
              <a:gd name="connsiteX3" fmla="*/ 1559 w 8729062"/>
              <a:gd name="connsiteY3" fmla="*/ 900000 h 906350"/>
              <a:gd name="connsiteX4" fmla="*/ 0 w 8729062"/>
              <a:gd name="connsiteY4" fmla="*/ 1963 h 906350"/>
              <a:gd name="connsiteX0" fmla="*/ 0 w 11195812"/>
              <a:gd name="connsiteY0" fmla="*/ 1963 h 906350"/>
              <a:gd name="connsiteX1" fmla="*/ 11195812 w 11195812"/>
              <a:gd name="connsiteY1" fmla="*/ 0 h 906350"/>
              <a:gd name="connsiteX2" fmla="*/ 10290937 w 11195812"/>
              <a:gd name="connsiteY2" fmla="*/ 906350 h 906350"/>
              <a:gd name="connsiteX3" fmla="*/ 2468309 w 11195812"/>
              <a:gd name="connsiteY3" fmla="*/ 900000 h 906350"/>
              <a:gd name="connsiteX4" fmla="*/ 0 w 11195812"/>
              <a:gd name="connsiteY4" fmla="*/ 1963 h 906350"/>
              <a:gd name="connsiteX0" fmla="*/ 0 w 11195812"/>
              <a:gd name="connsiteY0" fmla="*/ 1963 h 906390"/>
              <a:gd name="connsiteX1" fmla="*/ 11195812 w 11195812"/>
              <a:gd name="connsiteY1" fmla="*/ 0 h 906390"/>
              <a:gd name="connsiteX2" fmla="*/ 10290937 w 11195812"/>
              <a:gd name="connsiteY2" fmla="*/ 906350 h 906390"/>
              <a:gd name="connsiteX3" fmla="*/ 7950 w 11195812"/>
              <a:gd name="connsiteY3" fmla="*/ 906390 h 906390"/>
              <a:gd name="connsiteX4" fmla="*/ 0 w 11195812"/>
              <a:gd name="connsiteY4" fmla="*/ 1963 h 906390"/>
              <a:gd name="connsiteX0" fmla="*/ 8248 w 11204060"/>
              <a:gd name="connsiteY0" fmla="*/ 1963 h 909585"/>
              <a:gd name="connsiteX1" fmla="*/ 11204060 w 11204060"/>
              <a:gd name="connsiteY1" fmla="*/ 0 h 909585"/>
              <a:gd name="connsiteX2" fmla="*/ 10299185 w 11204060"/>
              <a:gd name="connsiteY2" fmla="*/ 906350 h 909585"/>
              <a:gd name="connsiteX3" fmla="*/ 222 w 11204060"/>
              <a:gd name="connsiteY3" fmla="*/ 909585 h 909585"/>
              <a:gd name="connsiteX4" fmla="*/ 8248 w 11204060"/>
              <a:gd name="connsiteY4" fmla="*/ 1963 h 909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4060" h="909585">
                <a:moveTo>
                  <a:pt x="8248" y="1963"/>
                </a:moveTo>
                <a:lnTo>
                  <a:pt x="11204060" y="0"/>
                </a:lnTo>
                <a:lnTo>
                  <a:pt x="10299185" y="906350"/>
                </a:lnTo>
                <a:lnTo>
                  <a:pt x="222" y="909585"/>
                </a:lnTo>
                <a:cubicBezTo>
                  <a:pt x="-1765" y="609585"/>
                  <a:pt x="10235" y="301963"/>
                  <a:pt x="8248" y="19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80000" y="2649466"/>
            <a:ext cx="8639313" cy="713066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de-AT"/>
              <a:t>Einzeiliger Titel bis hier.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0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/>
          <p:cNvSpPr>
            <a:spLocks noGrp="1" noChangeAspect="1"/>
          </p:cNvSpPr>
          <p:nvPr>
            <p:ph type="pic" sz="quarter" idx="13"/>
          </p:nvPr>
        </p:nvSpPr>
        <p:spPr>
          <a:xfrm>
            <a:off x="12507689" y="1672934"/>
            <a:ext cx="3749899" cy="8517628"/>
          </a:xfrm>
          <a:custGeom>
            <a:avLst/>
            <a:gdLst/>
            <a:ahLst/>
            <a:cxnLst/>
            <a:rect l="l" t="t" r="r" b="b"/>
            <a:pathLst>
              <a:path w="2520000" h="5724000">
                <a:moveTo>
                  <a:pt x="0" y="0"/>
                </a:moveTo>
                <a:lnTo>
                  <a:pt x="2520000" y="0"/>
                </a:lnTo>
                <a:lnTo>
                  <a:pt x="2520000" y="5724000"/>
                </a:lnTo>
                <a:lnTo>
                  <a:pt x="1440000" y="5724000"/>
                </a:lnTo>
                <a:lnTo>
                  <a:pt x="0" y="428400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" name="Title 1"/>
          <p:cNvSpPr>
            <a:spLocks noGrp="1" noChangeAspect="1"/>
          </p:cNvSpPr>
          <p:nvPr>
            <p:ph type="title"/>
          </p:nvPr>
        </p:nvSpPr>
        <p:spPr>
          <a:xfrm>
            <a:off x="1080000" y="0"/>
            <a:ext cx="11880000" cy="1620000"/>
          </a:xfrm>
          <a:prstGeom prst="rect">
            <a:avLst/>
          </a:prstGeom>
          <a:noFill/>
          <a:ln>
            <a:noFill/>
          </a:ln>
        </p:spPr>
        <p:txBody>
          <a:bodyPr lIns="0" tIns="359938" rIns="359938" bIns="0" anchor="b" anchorCtr="0">
            <a:noAutofit/>
          </a:bodyPr>
          <a:lstStyle>
            <a:lvl1pPr algn="l">
              <a:lnSpc>
                <a:spcPts val="5000"/>
              </a:lnSpc>
              <a:defRPr sz="4000" b="0" i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Click </a:t>
            </a:r>
            <a:r>
              <a:rPr lang="de-AT" noProof="0" err="1"/>
              <a:t>to</a:t>
            </a:r>
            <a:r>
              <a:rPr lang="de-AT" noProof="0"/>
              <a:t> </a:t>
            </a:r>
            <a:r>
              <a:rPr lang="de-AT" noProof="0" err="1"/>
              <a:t>edit</a:t>
            </a:r>
            <a:r>
              <a:rPr lang="de-AT" noProof="0"/>
              <a:t>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idx="11"/>
          </p:nvPr>
        </p:nvSpPr>
        <p:spPr>
          <a:xfrm>
            <a:off x="1079999" y="2411999"/>
            <a:ext cx="10440000" cy="68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>
                <a:latin typeface="Arial"/>
                <a:cs typeface="Arial"/>
              </a:defRPr>
            </a:lvl1pPr>
            <a:lvl2pPr marL="680400" indent="-248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>
                <a:latin typeface="Arial"/>
                <a:cs typeface="Arial"/>
              </a:defRPr>
            </a:lvl2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</p:txBody>
      </p:sp>
      <p:cxnSp>
        <p:nvCxnSpPr>
          <p:cNvPr id="11" name="Gerade Verbindung 7"/>
          <p:cNvCxnSpPr/>
          <p:nvPr userDrawn="1"/>
        </p:nvCxnSpPr>
        <p:spPr>
          <a:xfrm>
            <a:off x="1080000" y="1656000"/>
            <a:ext cx="15177588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541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ChangeAspect="1"/>
          </p:cNvSpPr>
          <p:nvPr>
            <p:ph type="title"/>
          </p:nvPr>
        </p:nvSpPr>
        <p:spPr>
          <a:xfrm>
            <a:off x="1080000" y="0"/>
            <a:ext cx="11880000" cy="1620000"/>
          </a:xfrm>
          <a:prstGeom prst="rect">
            <a:avLst/>
          </a:prstGeom>
          <a:noFill/>
          <a:ln>
            <a:noFill/>
          </a:ln>
        </p:spPr>
        <p:txBody>
          <a:bodyPr lIns="0" tIns="359938" rIns="359938" bIns="0" anchor="b" anchorCtr="0">
            <a:noAutofit/>
          </a:bodyPr>
          <a:lstStyle>
            <a:lvl1pPr algn="l">
              <a:lnSpc>
                <a:spcPts val="5000"/>
              </a:lnSpc>
              <a:defRPr sz="4000" b="0" i="0">
                <a:ln>
                  <a:noFill/>
                </a:ln>
                <a:solidFill>
                  <a:srgbClr val="CE2C45"/>
                </a:solidFill>
                <a:latin typeface="Arial"/>
                <a:cs typeface="Arial"/>
              </a:defRPr>
            </a:lvl1pPr>
          </a:lstStyle>
          <a:p>
            <a:r>
              <a:rPr lang="de-AT" noProof="0"/>
              <a:t>Click </a:t>
            </a:r>
            <a:r>
              <a:rPr lang="de-AT" noProof="0" err="1"/>
              <a:t>to</a:t>
            </a:r>
            <a:r>
              <a:rPr lang="de-AT" noProof="0"/>
              <a:t> </a:t>
            </a:r>
            <a:r>
              <a:rPr lang="de-AT" noProof="0" err="1"/>
              <a:t>edit</a:t>
            </a:r>
            <a:r>
              <a:rPr lang="de-AT" noProof="0"/>
              <a:t>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idx="11"/>
          </p:nvPr>
        </p:nvSpPr>
        <p:spPr>
          <a:xfrm>
            <a:off x="1079998" y="2411999"/>
            <a:ext cx="11880001" cy="68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>
                <a:latin typeface="Arial"/>
                <a:cs typeface="Arial"/>
              </a:defRPr>
            </a:lvl1pPr>
            <a:lvl2pPr marL="680400" indent="-28570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>
                <a:latin typeface="Arial"/>
                <a:cs typeface="Arial"/>
              </a:defRPr>
            </a:lvl2pPr>
          </a:lstStyle>
          <a:p>
            <a:pPr lvl="0"/>
            <a:r>
              <a:rPr lang="de-AT"/>
              <a:t>Click </a:t>
            </a:r>
            <a:r>
              <a:rPr lang="de-AT" err="1"/>
              <a:t>to</a:t>
            </a:r>
            <a:r>
              <a:rPr lang="de-AT"/>
              <a:t> </a:t>
            </a:r>
            <a:r>
              <a:rPr lang="de-AT" err="1"/>
              <a:t>edit</a:t>
            </a:r>
            <a:r>
              <a:rPr lang="de-AT"/>
              <a:t> Master </a:t>
            </a:r>
            <a:r>
              <a:rPr lang="de-AT" err="1"/>
              <a:t>text</a:t>
            </a:r>
            <a:r>
              <a:rPr lang="de-AT"/>
              <a:t> </a:t>
            </a:r>
            <a:r>
              <a:rPr lang="de-AT" err="1"/>
              <a:t>styles</a:t>
            </a:r>
            <a:endParaRPr lang="de-AT"/>
          </a:p>
          <a:p>
            <a:pPr lvl="1"/>
            <a:r>
              <a:rPr lang="de-AT"/>
              <a:t>Second </a:t>
            </a:r>
            <a:r>
              <a:rPr lang="de-AT" err="1"/>
              <a:t>level</a:t>
            </a:r>
            <a:endParaRPr lang="de-AT"/>
          </a:p>
        </p:txBody>
      </p:sp>
      <p:cxnSp>
        <p:nvCxnSpPr>
          <p:cNvPr id="11" name="Gerade Verbindung 7"/>
          <p:cNvCxnSpPr/>
          <p:nvPr userDrawn="1"/>
        </p:nvCxnSpPr>
        <p:spPr>
          <a:xfrm>
            <a:off x="1080000" y="1656000"/>
            <a:ext cx="15177588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88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folie-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4054" y="3769112"/>
            <a:ext cx="4763798" cy="1072643"/>
          </a:xfrm>
          <a:prstGeom prst="rect">
            <a:avLst/>
          </a:prstGeom>
        </p:spPr>
      </p:pic>
      <p:sp>
        <p:nvSpPr>
          <p:cNvPr id="11" name="Textfeld 5"/>
          <p:cNvSpPr txBox="1"/>
          <p:nvPr userDrawn="1"/>
        </p:nvSpPr>
        <p:spPr>
          <a:xfrm>
            <a:off x="0" y="5352761"/>
            <a:ext cx="16257588" cy="2564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de-DE" sz="1800" b="0" i="0" u="none" kern="1200" spc="40" err="1">
                <a:solidFill>
                  <a:schemeClr val="tx1"/>
                </a:solidFill>
                <a:latin typeface="Arial"/>
                <a:cs typeface="Arial"/>
              </a:rPr>
              <a:t>www.fhv.at</a:t>
            </a:r>
            <a:endParaRPr lang="de-DE" sz="1800" b="0" i="0" u="none" kern="1200" spc="4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feld 3"/>
          <p:cNvSpPr txBox="1"/>
          <p:nvPr userDrawn="1"/>
        </p:nvSpPr>
        <p:spPr>
          <a:xfrm>
            <a:off x="2202127" y="6748002"/>
            <a:ext cx="118533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latin typeface="Arial" charset="0"/>
                <a:ea typeface="Arial" charset="0"/>
                <a:cs typeface="Arial" charset="0"/>
              </a:rPr>
              <a:t>Name:</a:t>
            </a: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Kontakt:</a:t>
            </a:r>
          </a:p>
          <a:p>
            <a:endParaRPr lang="de-DE">
              <a:latin typeface="Arial" charset="0"/>
              <a:ea typeface="Arial" charset="0"/>
              <a:cs typeface="Arial" charset="0"/>
            </a:endParaRPr>
          </a:p>
          <a:p>
            <a:r>
              <a:rPr lang="de-DE">
                <a:latin typeface="Arial" charset="0"/>
                <a:ea typeface="Arial" charset="0"/>
                <a:cs typeface="Arial" charset="0"/>
              </a:rPr>
              <a:t>Studiengang,</a:t>
            </a:r>
            <a:r>
              <a:rPr lang="de-DE" baseline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de-DE">
                <a:latin typeface="Arial" charset="0"/>
                <a:ea typeface="Arial" charset="0"/>
                <a:cs typeface="Arial" charset="0"/>
              </a:rPr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65809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46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58" r:id="rId13"/>
    <p:sldLayoutId id="2147483659" r:id="rId14"/>
    <p:sldLayoutId id="2147483660" r:id="rId15"/>
    <p:sldLayoutId id="2147483661" r:id="rId16"/>
    <p:sldLayoutId id="2147483682" r:id="rId17"/>
  </p:sldLayoutIdLst>
  <p:txStyles>
    <p:titleStyle>
      <a:lvl1pPr algn="l" defTabSz="754700" rtl="0" eaLnBrk="1" latinLnBrk="0" hangingPunct="1">
        <a:lnSpc>
          <a:spcPts val="5000"/>
        </a:lnSpc>
        <a:spcBef>
          <a:spcPct val="0"/>
        </a:spcBef>
        <a:buNone/>
        <a:defRPr sz="40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566025" indent="-566025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•"/>
        <a:defRPr sz="3000" kern="1200">
          <a:solidFill>
            <a:schemeClr val="tx1"/>
          </a:solidFill>
          <a:latin typeface="Arial"/>
          <a:ea typeface="+mn-ea"/>
          <a:cs typeface="Arial"/>
        </a:defRPr>
      </a:lvl1pPr>
      <a:lvl2pPr marL="1226388" indent="-471688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–"/>
        <a:defRPr sz="3000" kern="1200">
          <a:solidFill>
            <a:schemeClr val="tx1"/>
          </a:solidFill>
          <a:latin typeface="Arial"/>
          <a:ea typeface="+mn-ea"/>
          <a:cs typeface="Arial"/>
        </a:defRPr>
      </a:lvl2pPr>
      <a:lvl3pPr marL="18867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•"/>
        <a:defRPr sz="3000" kern="1200">
          <a:solidFill>
            <a:schemeClr val="tx1"/>
          </a:solidFill>
          <a:latin typeface="Arial"/>
          <a:ea typeface="+mn-ea"/>
          <a:cs typeface="Arial"/>
        </a:defRPr>
      </a:lvl3pPr>
      <a:lvl4pPr marL="26414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–"/>
        <a:defRPr sz="3000" kern="1200">
          <a:solidFill>
            <a:schemeClr val="tx1"/>
          </a:solidFill>
          <a:latin typeface="Arial"/>
          <a:ea typeface="+mn-ea"/>
          <a:cs typeface="Arial"/>
        </a:defRPr>
      </a:lvl4pPr>
      <a:lvl5pPr marL="3396150" indent="-377350" algn="l" defTabSz="754700" rtl="0" eaLnBrk="1" latinLnBrk="0" hangingPunct="1">
        <a:lnSpc>
          <a:spcPts val="4000"/>
        </a:lnSpc>
        <a:spcBef>
          <a:spcPts val="0"/>
        </a:spcBef>
        <a:buFont typeface="Arial"/>
        <a:buChar char="»"/>
        <a:defRPr sz="3000" kern="1200">
          <a:solidFill>
            <a:schemeClr val="tx1"/>
          </a:solidFill>
          <a:latin typeface="Arial"/>
          <a:ea typeface="+mn-ea"/>
          <a:cs typeface="Arial"/>
        </a:defRPr>
      </a:lvl5pPr>
      <a:lvl6pPr marL="41508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9055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6602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414950" indent="-377350" algn="l" defTabSz="7547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7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094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641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188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35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282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829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37600" algn="l" defTabSz="75470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3-658-27493-1" TargetMode="External"/><Relationship Id="rId2" Type="http://schemas.openxmlformats.org/officeDocument/2006/relationships/hyperlink" Target="https://doi.org/10.1007/978-3-662-49731-9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mikrocontroller.net/articles/DA-Wandl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dominic.jenni@students.fhv.at" TargetMode="External"/><Relationship Id="rId2" Type="http://schemas.openxmlformats.org/officeDocument/2006/relationships/hyperlink" Target="mailto:jonas.preg@students.fhv.at" TargetMode="External"/><Relationship Id="rId1" Type="http://schemas.openxmlformats.org/officeDocument/2006/relationships/slideLayout" Target="../slideLayouts/slideLayout17.xml"/><Relationship Id="rId4" Type="http://schemas.openxmlformats.org/officeDocument/2006/relationships/hyperlink" Target="mailto:michael.geuze@students.fhv.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Computerschnittstellen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6683790-CDF2-4B9C-9FE5-2DA4BD82962C}"/>
              </a:ext>
            </a:extLst>
          </p:cNvPr>
          <p:cNvSpPr txBox="1"/>
          <p:nvPr/>
        </p:nvSpPr>
        <p:spPr>
          <a:xfrm>
            <a:off x="540912" y="7662929"/>
            <a:ext cx="963339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von Jonas Preg, Dominic Jenni und Michael Geuze</a:t>
            </a:r>
          </a:p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Elektrotechnik Dual </a:t>
            </a:r>
          </a:p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Erstes Semester</a:t>
            </a:r>
          </a:p>
        </p:txBody>
      </p:sp>
    </p:spTree>
    <p:extLst>
      <p:ext uri="{BB962C8B-B14F-4D97-AF65-F5344CB8AC3E}">
        <p14:creationId xmlns:p14="http://schemas.microsoft.com/office/powerpoint/2010/main" val="299633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AT">
                <a:solidFill>
                  <a:srgbClr val="262626"/>
                </a:solidFill>
              </a:rPr>
              <a:t>Analog-Digital-Wandler</a:t>
            </a:r>
            <a:br>
              <a:rPr lang="de-AT">
                <a:solidFill>
                  <a:srgbClr val="262626"/>
                </a:solidFill>
              </a:rPr>
            </a:br>
            <a:endParaRPr lang="de-AT">
              <a:solidFill>
                <a:srgbClr val="262626"/>
              </a:solidFill>
            </a:endParaRPr>
          </a:p>
          <a:p>
            <a:pPr marL="320040" indent="-395605"/>
            <a:r>
              <a:rPr lang="de-AT">
                <a:solidFill>
                  <a:srgbClr val="262626"/>
                </a:solidFill>
              </a:rPr>
              <a:t>Digital-Analog-Wandler</a:t>
            </a:r>
            <a:br>
              <a:rPr lang="de-AT">
                <a:solidFill>
                  <a:srgbClr val="262626"/>
                </a:solidFill>
              </a:rPr>
            </a:br>
            <a:endParaRPr lang="de-AT">
              <a:solidFill>
                <a:srgbClr val="262626"/>
              </a:solidFill>
            </a:endParaRPr>
          </a:p>
          <a:p>
            <a:r>
              <a:rPr lang="de-AT">
                <a:solidFill>
                  <a:srgbClr val="262626"/>
                </a:solidFill>
              </a:rPr>
              <a:t>Serielle Schnittstellen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I2C-Bus und SPI-Bus</a:t>
            </a:r>
          </a:p>
          <a:p>
            <a:pPr lvl="1"/>
            <a:endParaRPr lang="de-AT">
              <a:solidFill>
                <a:srgbClr val="262626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99033ED-7CA0-40B0-999F-2611FEECA3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AT"/>
              <a:t>Themenbereiche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773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7A1EB72-2751-46EE-995E-B0497587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Abbildungsverzeichnis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AB046A0-3613-44A9-834F-3DF1ED38A87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320040" indent="-391795"/>
            <a:r>
              <a:rPr lang="de-DE" sz="1800"/>
              <a:t>[1] 	W. Gehrke, M. </a:t>
            </a:r>
            <a:r>
              <a:rPr lang="de-DE" sz="1800" err="1"/>
              <a:t>Winzker</a:t>
            </a:r>
            <a:r>
              <a:rPr lang="de-DE" sz="1800"/>
              <a:t>, K. </a:t>
            </a:r>
            <a:r>
              <a:rPr lang="de-DE" sz="1800" err="1"/>
              <a:t>Urbanski</a:t>
            </a:r>
            <a:r>
              <a:rPr lang="de-DE" sz="1800"/>
              <a:t>, und R. </a:t>
            </a:r>
            <a:r>
              <a:rPr lang="de-DE" sz="1800" err="1"/>
              <a:t>Woitowitz</a:t>
            </a:r>
            <a:r>
              <a:rPr lang="de-DE" sz="1800"/>
              <a:t>, Digitaltechnik, 7. Auflage. Berlin, Heidelberg: Springer 	Berlin Heidelberg, 2016 [Online]. Verfügbar unter: </a:t>
            </a:r>
            <a:r>
              <a:rPr lang="de-DE" sz="1800">
                <a:hlinkClick r:id="rId2"/>
              </a:rPr>
              <a:t>https://doi.org/10.1007/978-3-662-49731-9</a:t>
            </a:r>
            <a:endParaRPr lang="de-DE" sz="1800"/>
          </a:p>
          <a:p>
            <a:pPr marL="320040" indent="-391795"/>
            <a:r>
              <a:rPr lang="de-DE" sz="1800"/>
              <a:t>[2] K. </a:t>
            </a:r>
            <a:r>
              <a:rPr lang="de-DE" sz="1800" err="1"/>
              <a:t>Dembowski</a:t>
            </a:r>
            <a:r>
              <a:rPr lang="de-DE" sz="1800"/>
              <a:t>, </a:t>
            </a:r>
            <a:r>
              <a:rPr lang="de-DE" sz="1800" i="1"/>
              <a:t>Raspberry Pi – Das technische Handbuch: Konfiguration, Hardware, Applikationsentwicklung</a:t>
            </a:r>
            <a:r>
              <a:rPr lang="de-DE" sz="1800"/>
              <a:t>, 3. Aufl. Wiesbaden: Springer Fachmedien Wiesbaden GmbH, 2019 [Online]. Verfügbar unter: </a:t>
            </a:r>
            <a:r>
              <a:rPr lang="de-DE" sz="1800">
                <a:hlinkClick r:id="rId3"/>
              </a:rPr>
              <a:t>https://doi.org/10.1007/978-3-658-27493-1</a:t>
            </a:r>
            <a:endParaRPr lang="de-DE" sz="1800"/>
          </a:p>
          <a:p>
            <a:pPr marL="320040" indent="-391795"/>
            <a:r>
              <a:rPr lang="de-DE" sz="1800"/>
              <a:t>[3] W. Gehrke, M. </a:t>
            </a:r>
            <a:r>
              <a:rPr lang="de-DE" sz="1800" err="1"/>
              <a:t>Winzker</a:t>
            </a:r>
            <a:r>
              <a:rPr lang="de-DE" sz="1800"/>
              <a:t>, K. </a:t>
            </a:r>
            <a:r>
              <a:rPr lang="de-DE" sz="1800" err="1"/>
              <a:t>Urbanski</a:t>
            </a:r>
            <a:r>
              <a:rPr lang="de-DE" sz="1800"/>
              <a:t>, und R. </a:t>
            </a:r>
            <a:r>
              <a:rPr lang="de-DE" sz="1800" err="1"/>
              <a:t>Woitowitz</a:t>
            </a:r>
            <a:r>
              <a:rPr lang="de-DE" sz="1800"/>
              <a:t>, </a:t>
            </a:r>
            <a:r>
              <a:rPr lang="de-DE" sz="1800" i="1"/>
              <a:t>Digitaltechnik: Grundlagen, VHDL, FPGAs, Mikrocontroller</a:t>
            </a:r>
            <a:r>
              <a:rPr lang="de-DE" sz="1800"/>
              <a:t>, 7. Aufl. Berlin, Heidelberg: Springer-Verlag Berlin Heidelberg, 2016 [Online]. Verfügbar unter: </a:t>
            </a:r>
            <a:r>
              <a:rPr lang="de-DE" sz="1800">
                <a:hlinkClick r:id="rId2"/>
              </a:rPr>
              <a:t>https://doi.org/10.1007/978-3-662-49731-9</a:t>
            </a:r>
            <a:endParaRPr lang="de-DE" sz="1800"/>
          </a:p>
          <a:p>
            <a:pPr marL="320040" indent="-391795"/>
            <a:r>
              <a:rPr lang="de-DE" sz="1800"/>
              <a:t>[4] [Online] Verfügbar unter: </a:t>
            </a:r>
            <a:r>
              <a:rPr lang="de-DE" sz="1800" u="sng">
                <a:solidFill>
                  <a:schemeClr val="accent3">
                    <a:lumMod val="75000"/>
                  </a:schemeClr>
                </a:solidFill>
              </a:rPr>
              <a:t>https://www.rohm.de/electronics-basics/ad-da-converters/what-are-ad-da-converters</a:t>
            </a:r>
          </a:p>
          <a:p>
            <a:pPr marL="320040" indent="-391795"/>
            <a:r>
              <a:rPr lang="de-DE" sz="1800"/>
              <a:t>[5] [Online] Verfügbar unter: </a:t>
            </a:r>
            <a:r>
              <a:rPr lang="de-AT" sz="1800">
                <a:solidFill>
                  <a:schemeClr val="accent3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DA-Wandler – Mikrocontroller.net</a:t>
            </a:r>
            <a:endParaRPr lang="de-DE" sz="1800">
              <a:solidFill>
                <a:schemeClr val="accent3">
                  <a:lumMod val="75000"/>
                </a:schemeClr>
              </a:solidFill>
            </a:endParaRPr>
          </a:p>
          <a:p>
            <a:pPr marL="320040" indent="-391795"/>
            <a:endParaRPr lang="de-DE" sz="1800"/>
          </a:p>
          <a:p>
            <a:pPr marL="320040" indent="-391795"/>
            <a:endParaRPr lang="de-DE" sz="1800"/>
          </a:p>
        </p:txBody>
      </p:sp>
    </p:spTree>
    <p:extLst>
      <p:ext uri="{BB962C8B-B14F-4D97-AF65-F5344CB8AC3E}">
        <p14:creationId xmlns:p14="http://schemas.microsoft.com/office/powerpoint/2010/main" val="3808559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Analog-Digital-Wandler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1"/>
          </p:nvPr>
        </p:nvSpPr>
        <p:spPr>
          <a:xfrm>
            <a:off x="1079998" y="2411999"/>
            <a:ext cx="5526864" cy="6840000"/>
          </a:xfrm>
        </p:spPr>
        <p:txBody>
          <a:bodyPr/>
          <a:lstStyle/>
          <a:p>
            <a:r>
              <a:rPr lang="de-AT">
                <a:solidFill>
                  <a:srgbClr val="262626"/>
                </a:solidFill>
              </a:rPr>
              <a:t>wandelt zeit- und wertkontinuierliches, analoges Signal in ein zeit- und wertdiskretes digitales Signal</a:t>
            </a:r>
            <a:br>
              <a:rPr lang="de-AT">
                <a:solidFill>
                  <a:srgbClr val="262626"/>
                </a:solidFill>
              </a:rPr>
            </a:br>
            <a:endParaRPr lang="de-AT">
              <a:solidFill>
                <a:srgbClr val="262626"/>
              </a:solidFill>
            </a:endParaRPr>
          </a:p>
          <a:p>
            <a:r>
              <a:rPr lang="de-AT">
                <a:solidFill>
                  <a:srgbClr val="262626"/>
                </a:solidFill>
              </a:rPr>
              <a:t>Anschließende Übermittlung der Daten über digitale Schnittstelle</a:t>
            </a:r>
          </a:p>
          <a:p>
            <a:endParaRPr lang="de-AT">
              <a:solidFill>
                <a:srgbClr val="262626"/>
              </a:solidFill>
            </a:endParaRPr>
          </a:p>
          <a:p>
            <a:endParaRPr lang="de-AT">
              <a:solidFill>
                <a:srgbClr val="262626"/>
              </a:solidFill>
            </a:endParaRPr>
          </a:p>
          <a:p>
            <a:endParaRPr lang="de-AT">
              <a:solidFill>
                <a:srgbClr val="262626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43FD5DF-E0BA-4FA0-8F6B-A5D5CD7FAC5D}"/>
              </a:ext>
            </a:extLst>
          </p:cNvPr>
          <p:cNvGrpSpPr/>
          <p:nvPr/>
        </p:nvGrpSpPr>
        <p:grpSpPr>
          <a:xfrm>
            <a:off x="8385259" y="2411999"/>
            <a:ext cx="6792331" cy="6426611"/>
            <a:chOff x="8385259" y="2411999"/>
            <a:chExt cx="6792331" cy="6426611"/>
          </a:xfrm>
        </p:grpSpPr>
        <p:pic>
          <p:nvPicPr>
            <p:cNvPr id="3" name="Grafik 2">
              <a:extLst>
                <a:ext uri="{FF2B5EF4-FFF2-40B4-BE49-F238E27FC236}">
                  <a16:creationId xmlns:a16="http://schemas.microsoft.com/office/drawing/2014/main" id="{519BB92B-16A0-44D7-A9E7-23DAA8BA8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5259" y="2411999"/>
              <a:ext cx="6792331" cy="6088057"/>
            </a:xfrm>
            <a:prstGeom prst="rect">
              <a:avLst/>
            </a:prstGeom>
          </p:spPr>
        </p:pic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E2DFBBCD-21CB-4E5E-92A7-9C5B713D0B61}"/>
                </a:ext>
              </a:extLst>
            </p:cNvPr>
            <p:cNvSpPr txBox="1"/>
            <p:nvPr/>
          </p:nvSpPr>
          <p:spPr>
            <a:xfrm>
              <a:off x="8385259" y="8500056"/>
              <a:ext cx="63750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600">
                  <a:latin typeface="Arial" panose="020B0604020202020204" pitchFamily="34" charset="0"/>
                  <a:cs typeface="Arial" panose="020B0604020202020204" pitchFamily="34" charset="0"/>
                </a:rPr>
                <a:t>Abbildung 1 [1, S. 355]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597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8C4C0D-A556-4C81-9183-F2E6164F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Abtastprozedur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281174-1BF5-425A-9877-039FD9F94DA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320040" indent="-391795"/>
            <a:r>
              <a:rPr lang="de-DE"/>
              <a:t>Erfolgt im Prinzip in 4 Schritten</a:t>
            </a:r>
          </a:p>
          <a:p>
            <a:pPr marL="680085" lvl="1" indent="-285115">
              <a:buFont typeface="Symbol" panose="05050102010706020507" pitchFamily="18" charset="2"/>
              <a:buChar char="-"/>
            </a:pPr>
            <a:r>
              <a:rPr lang="de-DE"/>
              <a:t>Bandbegrenzung durch Tiefpassfilter</a:t>
            </a:r>
          </a:p>
          <a:p>
            <a:pPr marL="680085" lvl="1" indent="-285115">
              <a:buFont typeface="Symbol" panose="05050102010706020507" pitchFamily="18" charset="2"/>
              <a:buChar char="-"/>
            </a:pPr>
            <a:r>
              <a:rPr lang="de-DE"/>
              <a:t>Abtastung im Abtasthalteglied (Sample and Hold)</a:t>
            </a:r>
          </a:p>
          <a:p>
            <a:pPr marL="680085" lvl="1" indent="-285115">
              <a:buFont typeface="Symbol" panose="05050102010706020507" pitchFamily="18" charset="2"/>
              <a:buChar char="-"/>
            </a:pPr>
            <a:r>
              <a:rPr lang="de-DE"/>
              <a:t>Quantisierung</a:t>
            </a:r>
          </a:p>
          <a:p>
            <a:pPr marL="680085" lvl="1" indent="-285115">
              <a:buFont typeface="Symbol" panose="05050102010706020507" pitchFamily="18" charset="2"/>
              <a:buChar char="-"/>
            </a:pPr>
            <a:r>
              <a:rPr lang="de-DE"/>
              <a:t>Codierung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A908B1-0C06-445E-940C-8B912F3E82DA}"/>
              </a:ext>
            </a:extLst>
          </p:cNvPr>
          <p:cNvGrpSpPr/>
          <p:nvPr/>
        </p:nvGrpSpPr>
        <p:grpSpPr>
          <a:xfrm>
            <a:off x="5830672" y="5831999"/>
            <a:ext cx="9346918" cy="2942216"/>
            <a:chOff x="5830672" y="5831999"/>
            <a:chExt cx="9346918" cy="294221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B305A66C-F23E-4309-908E-29B739A30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30672" y="5831999"/>
              <a:ext cx="9346918" cy="2685435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F336221A-EDD1-4E6C-932B-D61A2C551894}"/>
                </a:ext>
              </a:extLst>
            </p:cNvPr>
            <p:cNvSpPr txBox="1"/>
            <p:nvPr/>
          </p:nvSpPr>
          <p:spPr>
            <a:xfrm>
              <a:off x="5959462" y="8435661"/>
              <a:ext cx="22605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>
                  <a:latin typeface="Arial" panose="020B0604020202020204" pitchFamily="34" charset="0"/>
                  <a:cs typeface="Arial" panose="020B0604020202020204" pitchFamily="34" charset="0"/>
                </a:rPr>
                <a:t>Abbildung 2 [1, S. 382]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79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FH-Dornbirn-158_SW.tif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Analog-Digital-Wandler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AT">
                <a:solidFill>
                  <a:srgbClr val="262626"/>
                </a:solidFill>
              </a:rPr>
              <a:t>Wandler Typen</a:t>
            </a:r>
          </a:p>
          <a:p>
            <a:pPr lvl="1"/>
            <a:r>
              <a:rPr lang="de-AT">
                <a:solidFill>
                  <a:srgbClr val="262626"/>
                </a:solidFill>
              </a:rPr>
              <a:t>Prinzip der sukzessiven Approximation</a:t>
            </a:r>
          </a:p>
          <a:p>
            <a:pPr lvl="1"/>
            <a:r>
              <a:rPr lang="de-AT">
                <a:solidFill>
                  <a:srgbClr val="262626"/>
                </a:solidFill>
              </a:rPr>
              <a:t>Integrierender AD-Wandler</a:t>
            </a:r>
          </a:p>
          <a:p>
            <a:pPr lvl="1"/>
            <a:r>
              <a:rPr lang="de-AT">
                <a:solidFill>
                  <a:srgbClr val="262626"/>
                </a:solidFill>
              </a:rPr>
              <a:t>Mehrstufige AD-Wandler</a:t>
            </a:r>
          </a:p>
          <a:p>
            <a:pPr lvl="1"/>
            <a:r>
              <a:rPr lang="de-AT">
                <a:solidFill>
                  <a:srgbClr val="262626"/>
                </a:solidFill>
              </a:rPr>
              <a:t>Delta-Sigma AD-Wandler</a:t>
            </a:r>
          </a:p>
          <a:p>
            <a:pPr lvl="1"/>
            <a:endParaRPr lang="de-AT">
              <a:solidFill>
                <a:srgbClr val="262626"/>
              </a:solidFill>
            </a:endParaRPr>
          </a:p>
          <a:p>
            <a:r>
              <a:rPr lang="de-AT">
                <a:solidFill>
                  <a:srgbClr val="262626"/>
                </a:solidFill>
              </a:rPr>
              <a:t>Unterscheiden sich durch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Preis und Schaltungsaufwand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Leistungsaufnahme der Schaltung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Geschwindigkeit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Auflösung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>
                <a:solidFill>
                  <a:srgbClr val="262626"/>
                </a:solidFill>
              </a:rPr>
              <a:t>Ausgabe der Daten</a:t>
            </a:r>
          </a:p>
        </p:txBody>
      </p:sp>
    </p:spTree>
    <p:extLst>
      <p:ext uri="{BB962C8B-B14F-4D97-AF65-F5344CB8AC3E}">
        <p14:creationId xmlns:p14="http://schemas.microsoft.com/office/powerpoint/2010/main" val="1507280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24259-0172-4D2D-8C1B-2BEB9F8D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0"/>
            <a:ext cx="11880000" cy="1620000"/>
          </a:xfrm>
        </p:spPr>
        <p:txBody>
          <a:bodyPr/>
          <a:lstStyle/>
          <a:p>
            <a:r>
              <a:rPr lang="de-DE"/>
              <a:t>Probleme bei der Umwandlung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152505B-E0CF-44E1-BD9F-486B383EDF7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79998" y="2411999"/>
            <a:ext cx="11880001" cy="6840000"/>
          </a:xfrm>
        </p:spPr>
        <p:txBody>
          <a:bodyPr/>
          <a:lstStyle/>
          <a:p>
            <a:r>
              <a:rPr lang="de-DE"/>
              <a:t>Quantisierungsfehler</a:t>
            </a:r>
            <a:br>
              <a:rPr lang="de-DE"/>
            </a:br>
            <a:endParaRPr lang="de-DE"/>
          </a:p>
          <a:p>
            <a:r>
              <a:rPr lang="de-DE"/>
              <a:t>Offsetfehler</a:t>
            </a:r>
            <a:br>
              <a:rPr lang="de-DE"/>
            </a:br>
            <a:endParaRPr lang="de-DE"/>
          </a:p>
          <a:p>
            <a:r>
              <a:rPr lang="de-DE"/>
              <a:t>Verstärkungsfehler</a:t>
            </a:r>
            <a:br>
              <a:rPr lang="de-DE"/>
            </a:br>
            <a:endParaRPr lang="de-DE"/>
          </a:p>
          <a:p>
            <a:r>
              <a:rPr lang="de-DE"/>
              <a:t>Nichtlinearität</a:t>
            </a:r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B8C8338-3CA7-4063-AFB4-2DE3344B169C}"/>
              </a:ext>
            </a:extLst>
          </p:cNvPr>
          <p:cNvGrpSpPr/>
          <p:nvPr/>
        </p:nvGrpSpPr>
        <p:grpSpPr>
          <a:xfrm>
            <a:off x="5852497" y="4679963"/>
            <a:ext cx="9935962" cy="4499465"/>
            <a:chOff x="5852497" y="4679963"/>
            <a:chExt cx="9935962" cy="4499465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146EA308-3383-4507-8336-271212AF2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52497" y="4679963"/>
              <a:ext cx="9935962" cy="4124901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C1250C4-5D46-485E-B341-7337366C2E8B}"/>
                </a:ext>
              </a:extLst>
            </p:cNvPr>
            <p:cNvSpPr txBox="1"/>
            <p:nvPr/>
          </p:nvSpPr>
          <p:spPr>
            <a:xfrm>
              <a:off x="5852497" y="8840874"/>
              <a:ext cx="22605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>
                  <a:latin typeface="Arial" panose="020B0604020202020204" pitchFamily="34" charset="0"/>
                  <a:cs typeface="Arial" panose="020B0604020202020204" pitchFamily="34" charset="0"/>
                </a:rPr>
                <a:t>Abbildung 3 [1, S. 382]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549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_DSC5501 sw.tif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Digital-Analog-Wandler</a:t>
            </a:r>
          </a:p>
        </p:txBody>
      </p:sp>
    </p:spTree>
    <p:extLst>
      <p:ext uri="{BB962C8B-B14F-4D97-AF65-F5344CB8AC3E}">
        <p14:creationId xmlns:p14="http://schemas.microsoft.com/office/powerpoint/2010/main" val="226364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Erläuterung und Anwendungsbereich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1181600" y="2368457"/>
            <a:ext cx="10440000" cy="6840000"/>
          </a:xfrm>
        </p:spPr>
        <p:txBody>
          <a:bodyPr/>
          <a:lstStyle/>
          <a:p>
            <a:pPr marL="457200" indent="-457200"/>
            <a:r>
              <a:rPr lang="de-AT">
                <a:solidFill>
                  <a:srgbClr val="262626"/>
                </a:solidFill>
              </a:rPr>
              <a:t>Digitale Signale in Analoge Signale umwandeln</a:t>
            </a:r>
            <a:endParaRPr lang="de-DE"/>
          </a:p>
          <a:p>
            <a:pPr marL="457200" indent="-457200"/>
            <a:endParaRPr lang="de-AT">
              <a:solidFill>
                <a:srgbClr val="262626"/>
              </a:solidFill>
            </a:endParaRPr>
          </a:p>
          <a:p>
            <a:pPr marL="457200" indent="-457200"/>
            <a:r>
              <a:rPr lang="en-US">
                <a:solidFill>
                  <a:srgbClr val="262626"/>
                </a:solidFill>
              </a:rPr>
              <a:t>Digital = </a:t>
            </a:r>
            <a:r>
              <a:rPr lang="en-US" err="1">
                <a:solidFill>
                  <a:srgbClr val="262626"/>
                </a:solidFill>
              </a:rPr>
              <a:t>Binäres</a:t>
            </a:r>
            <a:r>
              <a:rPr lang="en-US">
                <a:solidFill>
                  <a:srgbClr val="262626"/>
                </a:solidFill>
              </a:rPr>
              <a:t> </a:t>
            </a:r>
            <a:r>
              <a:rPr lang="en-US" err="1">
                <a:solidFill>
                  <a:srgbClr val="262626"/>
                </a:solidFill>
              </a:rPr>
              <a:t>Datenwort</a:t>
            </a:r>
            <a:r>
              <a:rPr lang="en-US">
                <a:solidFill>
                  <a:srgbClr val="262626"/>
                </a:solidFill>
              </a:rPr>
              <a:t> </a:t>
            </a:r>
            <a:r>
              <a:rPr lang="en-US" err="1">
                <a:solidFill>
                  <a:srgbClr val="262626"/>
                </a:solidFill>
              </a:rPr>
              <a:t>aus</a:t>
            </a:r>
            <a:r>
              <a:rPr lang="en-US">
                <a:solidFill>
                  <a:srgbClr val="262626"/>
                </a:solidFill>
              </a:rPr>
              <a:t> 0 / 1</a:t>
            </a:r>
          </a:p>
          <a:p>
            <a:pPr marL="457200" indent="-457200"/>
            <a:r>
              <a:rPr lang="en-US">
                <a:solidFill>
                  <a:srgbClr val="262626"/>
                </a:solidFill>
              </a:rPr>
              <a:t>Analog = </a:t>
            </a:r>
            <a:r>
              <a:rPr lang="en-US" err="1">
                <a:solidFill>
                  <a:srgbClr val="262626"/>
                </a:solidFill>
              </a:rPr>
              <a:t>Spannung</a:t>
            </a:r>
            <a:endParaRPr lang="en-US">
              <a:solidFill>
                <a:srgbClr val="262626"/>
              </a:solidFill>
            </a:endParaRPr>
          </a:p>
          <a:p>
            <a:pPr marL="457200" indent="-457200"/>
            <a:endParaRPr lang="en-US">
              <a:solidFill>
                <a:srgbClr val="262626"/>
              </a:solidFill>
            </a:endParaRPr>
          </a:p>
          <a:p>
            <a:pPr marL="457200" indent="-457200"/>
            <a:r>
              <a:rPr lang="en-US">
                <a:solidFill>
                  <a:srgbClr val="262626"/>
                </a:solidFill>
              </a:rPr>
              <a:t>Audio- und </a:t>
            </a:r>
            <a:r>
              <a:rPr lang="en-US" err="1">
                <a:solidFill>
                  <a:srgbClr val="262626"/>
                </a:solidFill>
              </a:rPr>
              <a:t>Videotechnik</a:t>
            </a:r>
            <a:endParaRPr lang="en-US">
              <a:solidFill>
                <a:srgbClr val="262626"/>
              </a:solidFill>
            </a:endParaRPr>
          </a:p>
          <a:p>
            <a:pPr marL="457200" indent="-457200"/>
            <a:endParaRPr lang="en-US">
              <a:solidFill>
                <a:srgbClr val="262626"/>
              </a:solidFill>
            </a:endParaRPr>
          </a:p>
          <a:p>
            <a:pPr marL="457200" indent="-457200"/>
            <a:endParaRPr lang="en-US">
              <a:solidFill>
                <a:srgbClr val="262626"/>
              </a:solidFill>
            </a:endParaRPr>
          </a:p>
        </p:txBody>
      </p:sp>
      <p:pic>
        <p:nvPicPr>
          <p:cNvPr id="9" name="Grafik 9">
            <a:extLst>
              <a:ext uri="{FF2B5EF4-FFF2-40B4-BE49-F238E27FC236}">
                <a16:creationId xmlns:a16="http://schemas.microsoft.com/office/drawing/2014/main" id="{F4608AA9-A9B5-4C8C-B7D6-DA80624A74C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945" y="6485840"/>
            <a:ext cx="9258585" cy="199863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00BF90C-6AB5-4640-BFF7-7AE9E196F980}"/>
              </a:ext>
            </a:extLst>
          </p:cNvPr>
          <p:cNvSpPr txBox="1"/>
          <p:nvPr/>
        </p:nvSpPr>
        <p:spPr>
          <a:xfrm>
            <a:off x="4444274" y="8554077"/>
            <a:ext cx="81352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>
                <a:latin typeface="Arial" panose="020B0604020202020204" pitchFamily="34" charset="0"/>
                <a:cs typeface="Arial" panose="020B0604020202020204" pitchFamily="34" charset="0"/>
              </a:rPr>
              <a:t>Abbildung 4</a:t>
            </a:r>
            <a:endParaRPr lang="de-AT" sz="1600"/>
          </a:p>
        </p:txBody>
      </p:sp>
    </p:spTree>
    <p:extLst>
      <p:ext uri="{BB962C8B-B14F-4D97-AF65-F5344CB8AC3E}">
        <p14:creationId xmlns:p14="http://schemas.microsoft.com/office/powerpoint/2010/main" val="760185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Realisierung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1"/>
          </p:nvPr>
        </p:nvSpPr>
        <p:spPr>
          <a:xfrm>
            <a:off x="1079998" y="2411999"/>
            <a:ext cx="14922002" cy="6840000"/>
          </a:xfrm>
        </p:spPr>
        <p:txBody>
          <a:bodyPr/>
          <a:lstStyle/>
          <a:p>
            <a:pPr marL="0" indent="0">
              <a:buNone/>
            </a:pPr>
            <a:endParaRPr lang="de-DE"/>
          </a:p>
          <a:p>
            <a:pPr marL="457200" indent="-457200"/>
            <a:r>
              <a:rPr lang="de-AT"/>
              <a:t>Direktes Verfahren</a:t>
            </a:r>
          </a:p>
          <a:p>
            <a:pPr marL="457200" indent="-457200"/>
            <a:r>
              <a:rPr lang="de-AT"/>
              <a:t>Paralleles Verfahren</a:t>
            </a:r>
          </a:p>
          <a:p>
            <a:pPr marL="817200" lvl="1" indent="-457200"/>
            <a:r>
              <a:rPr lang="de-AT"/>
              <a:t>R2R - Netzwerk</a:t>
            </a:r>
          </a:p>
        </p:txBody>
      </p:sp>
      <p:pic>
        <p:nvPicPr>
          <p:cNvPr id="4" name="Grafik 4" descr="Ein Bild, das Text, Uhr enthält.&#10;&#10;Beschreibung automatisch generiert.">
            <a:extLst>
              <a:ext uri="{FF2B5EF4-FFF2-40B4-BE49-F238E27FC236}">
                <a16:creationId xmlns:a16="http://schemas.microsoft.com/office/drawing/2014/main" id="{37CC354C-6AC8-4C96-B4CE-555D443E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27" y="4570413"/>
            <a:ext cx="9554214" cy="317600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A737497-1B9A-4E8D-9EA3-541C9EA68B42}"/>
              </a:ext>
            </a:extLst>
          </p:cNvPr>
          <p:cNvSpPr txBox="1"/>
          <p:nvPr/>
        </p:nvSpPr>
        <p:spPr>
          <a:xfrm>
            <a:off x="4886400" y="8006991"/>
            <a:ext cx="192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/>
              <a:t>Abbildung 5</a:t>
            </a:r>
          </a:p>
        </p:txBody>
      </p:sp>
    </p:spTree>
    <p:extLst>
      <p:ext uri="{BB962C8B-B14F-4D97-AF65-F5344CB8AC3E}">
        <p14:creationId xmlns:p14="http://schemas.microsoft.com/office/powerpoint/2010/main" val="1662621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FE03B-5A6B-4FB6-8BDA-7EAC9428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R2R-Netzwerk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5A31E1-8ABB-447E-958C-2D4374D0270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457200" indent="-457200"/>
            <a:r>
              <a:rPr lang="de-DE"/>
              <a:t>Vorteile:</a:t>
            </a:r>
          </a:p>
          <a:p>
            <a:pPr marL="680085" lvl="1" indent="-285115"/>
            <a:r>
              <a:rPr lang="de-DE"/>
              <a:t>Einfach zu verstehen</a:t>
            </a:r>
          </a:p>
          <a:p>
            <a:pPr marL="680085" lvl="1" indent="-285115"/>
            <a:r>
              <a:rPr lang="de-DE"/>
              <a:t>Hohe Genauigkeit</a:t>
            </a:r>
          </a:p>
          <a:p>
            <a:pPr marL="680085" lvl="1" indent="-285115"/>
            <a:r>
              <a:rPr lang="de-DE"/>
              <a:t>Hohe Geschwindigkeit</a:t>
            </a:r>
          </a:p>
          <a:p>
            <a:pPr marL="680085" lvl="1" indent="-285115"/>
            <a:r>
              <a:rPr lang="de-DE"/>
              <a:t>Geringer Preis</a:t>
            </a:r>
          </a:p>
          <a:p>
            <a:pPr marL="457200" indent="-457200"/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Nachteile</a:t>
            </a:r>
          </a:p>
          <a:p>
            <a:pPr marL="680085" lvl="1" indent="-285115"/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Kurze Fehlspannungen</a:t>
            </a:r>
          </a:p>
          <a:p>
            <a:pPr marL="680085" lvl="1" indent="-285115"/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Hoher Materialaufwand</a:t>
            </a:r>
          </a:p>
        </p:txBody>
      </p:sp>
      <p:pic>
        <p:nvPicPr>
          <p:cNvPr id="1028" name="Picture 4" descr="Anschaffungskredit: Vor- und Nachteile » Kredite.de">
            <a:extLst>
              <a:ext uri="{FF2B5EF4-FFF2-40B4-BE49-F238E27FC236}">
                <a16:creationId xmlns:a16="http://schemas.microsoft.com/office/drawing/2014/main" id="{8AFFEA6D-3EC4-411C-9E69-4B8F707A08B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87" r="27987"/>
          <a:stretch>
            <a:fillRect/>
          </a:stretch>
        </p:blipFill>
        <p:spPr bwMode="auto">
          <a:xfrm>
            <a:off x="12507913" y="1641475"/>
            <a:ext cx="3749675" cy="851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7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5" descr="_DSC5501 sw.tif">
            <a:extLst>
              <a:ext uri="{FF2B5EF4-FFF2-40B4-BE49-F238E27FC236}">
                <a16:creationId xmlns:a16="http://schemas.microsoft.com/office/drawing/2014/main" id="{62BADDFE-7851-41F0-8213-5FA1415B79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4849" y="24682"/>
            <a:ext cx="13545600" cy="101592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685800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9C2E4C66-6987-4166-9920-A933D08C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626" y="4387609"/>
            <a:ext cx="5551987" cy="874321"/>
          </a:xfrm>
        </p:spPr>
        <p:txBody>
          <a:bodyPr/>
          <a:lstStyle/>
          <a:p>
            <a:r>
              <a:rPr lang="de-DE"/>
              <a:t>Serielle Schnittstellen</a:t>
            </a:r>
          </a:p>
        </p:txBody>
      </p:sp>
    </p:spTree>
    <p:extLst>
      <p:ext uri="{BB962C8B-B14F-4D97-AF65-F5344CB8AC3E}">
        <p14:creationId xmlns:p14="http://schemas.microsoft.com/office/powerpoint/2010/main" val="4250089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B45C7F4-37B5-4CD3-8178-06692D5E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SPI (Serial </a:t>
            </a:r>
            <a:r>
              <a:rPr lang="de-DE" err="1"/>
              <a:t>Peripheral</a:t>
            </a:r>
            <a:r>
              <a:rPr lang="de-DE"/>
              <a:t> Interface)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A094B7E6-2B55-490F-ABE3-86886501707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41074" y="2901587"/>
            <a:ext cx="6595754" cy="6840000"/>
          </a:xfrm>
        </p:spPr>
        <p:txBody>
          <a:bodyPr/>
          <a:lstStyle/>
          <a:p>
            <a:pPr marL="320040" indent="-391795"/>
            <a:r>
              <a:rPr lang="de-DE"/>
              <a:t>Synchroner, serieller Bus</a:t>
            </a:r>
          </a:p>
          <a:p>
            <a:pPr marL="320040" indent="-391795"/>
            <a:r>
              <a:rPr lang="de-DE"/>
              <a:t>Kommunikation von µC mit IC-Peripherie (Sensoren, Speicher, DAC, etc.)</a:t>
            </a:r>
            <a:endParaRPr lang="de-DE" dirty="0"/>
          </a:p>
          <a:p>
            <a:pPr marL="320040" indent="-391795"/>
            <a:r>
              <a:rPr lang="de-DE"/>
              <a:t>Ein Master, beliebig viele Slaves</a:t>
            </a:r>
          </a:p>
          <a:p>
            <a:pPr marL="320040" indent="-391795"/>
            <a:r>
              <a:rPr lang="de-DE"/>
              <a:t>4 Leitungen</a:t>
            </a:r>
          </a:p>
          <a:p>
            <a:pPr marL="320040" indent="-391795"/>
            <a:r>
              <a:rPr lang="de-DE"/>
              <a:t>Vollduplex</a:t>
            </a:r>
          </a:p>
          <a:p>
            <a:pPr marL="320040" indent="-391795"/>
            <a:r>
              <a:rPr lang="de-DE"/>
              <a:t>Mehrere Mbyte/s möglich</a:t>
            </a:r>
          </a:p>
          <a:p>
            <a:pPr marL="320040" indent="-391795"/>
            <a:endParaRPr lang="de-DE"/>
          </a:p>
        </p:txBody>
      </p:sp>
      <p:pic>
        <p:nvPicPr>
          <p:cNvPr id="5" name="Grafik 5">
            <a:extLst>
              <a:ext uri="{FF2B5EF4-FFF2-40B4-BE49-F238E27FC236}">
                <a16:creationId xmlns:a16="http://schemas.microsoft.com/office/drawing/2014/main" id="{A2B6ABA0-A761-450A-9AAC-816EC0DD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708" y="2904638"/>
            <a:ext cx="8710703" cy="528267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ED3597E-997B-4755-8C6D-CE79009F3FA4}"/>
              </a:ext>
            </a:extLst>
          </p:cNvPr>
          <p:cNvSpPr txBox="1"/>
          <p:nvPr/>
        </p:nvSpPr>
        <p:spPr>
          <a:xfrm>
            <a:off x="6991466" y="8128724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latin typeface="Arial"/>
                <a:cs typeface="Calibri"/>
              </a:rPr>
              <a:t>Abbildung 6 [2, S.254]</a:t>
            </a:r>
            <a:endParaRPr lang="de-DE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7360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62452-2CB8-45D9-84DF-2516B5F3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Datenübertragung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7DFE05-4B20-4341-9B4E-5120EBD152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41075" y="2922875"/>
            <a:ext cx="6221124" cy="6073327"/>
          </a:xfrm>
        </p:spPr>
        <p:txBody>
          <a:bodyPr/>
          <a:lstStyle/>
          <a:p>
            <a:pPr marL="680085" lvl="1" indent="-285115"/>
            <a:r>
              <a:rPr lang="de-DE"/>
              <a:t>Master: generiert Takt</a:t>
            </a:r>
          </a:p>
          <a:p>
            <a:pPr marL="680085" lvl="1" indent="-285115"/>
            <a:r>
              <a:rPr lang="de-DE"/>
              <a:t>Master: zieht /SS- Leitung auf ,,LOW"</a:t>
            </a:r>
          </a:p>
          <a:p>
            <a:pPr marL="680085" lvl="1" indent="-285115"/>
            <a:r>
              <a:rPr lang="de-DE"/>
              <a:t>Master: sendet Daten über (MOSI) an Slave</a:t>
            </a:r>
          </a:p>
          <a:p>
            <a:pPr marL="680085" lvl="1" indent="-285115"/>
            <a:r>
              <a:rPr lang="de-DE"/>
              <a:t>Slave: sendet Daten über (MISO) an Master.</a:t>
            </a:r>
            <a:endParaRPr lang="de-DE" dirty="0"/>
          </a:p>
          <a:p>
            <a:pPr marL="680085" lvl="1" indent="-285115"/>
            <a:r>
              <a:rPr lang="de-DE"/>
              <a:t>Übertragung Ende, /SS-Leitung ,,High"</a:t>
            </a:r>
            <a:endParaRPr lang="en-US"/>
          </a:p>
          <a:p>
            <a:pPr marL="680085" lvl="1" indent="-285115"/>
            <a:endParaRPr lang="de-DE" dirty="0"/>
          </a:p>
          <a:p>
            <a:pPr marL="394970" lvl="1" indent="0">
              <a:buNone/>
            </a:pPr>
            <a:endParaRPr lang="de-DE"/>
          </a:p>
          <a:p>
            <a:pPr marL="680085" lvl="1" indent="-285115"/>
            <a:endParaRPr lang="de-DE"/>
          </a:p>
          <a:p>
            <a:pPr marL="0" indent="0">
              <a:buNone/>
            </a:pPr>
            <a:endParaRPr lang="de-DE"/>
          </a:p>
          <a:p>
            <a:pPr marL="320040" indent="-391795"/>
            <a:endParaRPr lang="de-DE"/>
          </a:p>
        </p:txBody>
      </p:sp>
      <p:pic>
        <p:nvPicPr>
          <p:cNvPr id="4" name="Grafik 4">
            <a:extLst>
              <a:ext uri="{FF2B5EF4-FFF2-40B4-BE49-F238E27FC236}">
                <a16:creationId xmlns:a16="http://schemas.microsoft.com/office/drawing/2014/main" id="{D09532B5-886F-404D-BDE9-DC6AA751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686" y="4011779"/>
            <a:ext cx="9286004" cy="3876862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B93E899-217D-4AC8-A3CF-4A6C52A1D4F1}"/>
              </a:ext>
            </a:extLst>
          </p:cNvPr>
          <p:cNvSpPr txBox="1"/>
          <p:nvPr/>
        </p:nvSpPr>
        <p:spPr>
          <a:xfrm>
            <a:off x="7034060" y="7681708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latin typeface="Arial"/>
                <a:cs typeface="Calibri"/>
              </a:rPr>
              <a:t>Abbildung 7 [2, S.256]</a:t>
            </a:r>
            <a:endParaRPr lang="de-DE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4351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7" descr="Leiterplatte">
            <a:extLst>
              <a:ext uri="{FF2B5EF4-FFF2-40B4-BE49-F238E27FC236}">
                <a16:creationId xmlns:a16="http://schemas.microsoft.com/office/drawing/2014/main" id="{A72E837E-BE84-4E3C-80C4-5A393235221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7931" r="27931"/>
          <a:stretch/>
        </p:blipFill>
        <p:spPr>
          <a:xfrm>
            <a:off x="10653445" y="1651639"/>
            <a:ext cx="5625431" cy="8517867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C607ACB2-909A-4AEF-90A3-41C32C23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SPI (Serial </a:t>
            </a:r>
            <a:r>
              <a:rPr lang="de-DE" err="1"/>
              <a:t>Peripheral</a:t>
            </a:r>
            <a:r>
              <a:rPr lang="de-DE"/>
              <a:t> Interface)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942D36-1FE0-43D0-95B4-D9C20B030F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79999" y="3008040"/>
            <a:ext cx="7371727" cy="5817771"/>
          </a:xfrm>
        </p:spPr>
        <p:txBody>
          <a:bodyPr/>
          <a:lstStyle/>
          <a:p>
            <a:pPr marL="320040" indent="-391795"/>
            <a:r>
              <a:rPr lang="de-DE"/>
              <a:t>Vorteile</a:t>
            </a:r>
          </a:p>
          <a:p>
            <a:pPr marL="680085" lvl="1" indent="-248285"/>
            <a:r>
              <a:rPr lang="de-DE"/>
              <a:t>Keine Start- bzw. Stoppbits</a:t>
            </a:r>
          </a:p>
          <a:p>
            <a:pPr marL="680085" lvl="1" indent="-248285"/>
            <a:r>
              <a:rPr lang="de-DE"/>
              <a:t>Höhere Datenübertragungsrate als I2C</a:t>
            </a:r>
          </a:p>
          <a:p>
            <a:pPr marL="680085" lvl="1" indent="-248285"/>
            <a:r>
              <a:rPr lang="de-DE"/>
              <a:t>Vollduplexfähig</a:t>
            </a:r>
          </a:p>
          <a:p>
            <a:pPr marL="680085" lvl="1" indent="-248285"/>
            <a:endParaRPr lang="de-DE" b="1"/>
          </a:p>
          <a:p>
            <a:pPr marL="431800" lvl="1" indent="0">
              <a:buNone/>
            </a:pPr>
            <a:endParaRPr lang="de-DE" b="1"/>
          </a:p>
          <a:p>
            <a:pPr marL="320040" indent="-391795"/>
            <a:r>
              <a:rPr lang="de-DE"/>
              <a:t>Nachteile</a:t>
            </a:r>
          </a:p>
          <a:p>
            <a:pPr marL="680085" lvl="1" indent="-248285"/>
            <a:r>
              <a:rPr lang="de-DE"/>
              <a:t>4 Leitungen, I2C nur 2</a:t>
            </a:r>
            <a:endParaRPr lang="en-US"/>
          </a:p>
          <a:p>
            <a:pPr marL="680085" lvl="1" indent="-248285"/>
            <a:r>
              <a:rPr lang="de-DE"/>
              <a:t>Keine Empfangsbestätigung</a:t>
            </a:r>
          </a:p>
          <a:p>
            <a:pPr marL="680085" lvl="1" indent="-248285"/>
            <a:r>
              <a:rPr lang="de-DE"/>
              <a:t>Nur 1 Master möglich</a:t>
            </a:r>
          </a:p>
          <a:p>
            <a:pPr marL="680085" lvl="1" indent="-248285"/>
            <a:endParaRPr lang="de-DE"/>
          </a:p>
          <a:p>
            <a:pPr marL="320040" indent="-391795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I2C (Inter-Integrated-Circuit-Bus)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55885" y="2411998"/>
            <a:ext cx="7052114" cy="7287226"/>
          </a:xfrm>
        </p:spPr>
        <p:txBody>
          <a:bodyPr/>
          <a:lstStyle/>
          <a:p>
            <a:pPr marL="320040" indent="-391795"/>
            <a:r>
              <a:rPr lang="en-US" err="1"/>
              <a:t>Synchroner</a:t>
            </a:r>
            <a:r>
              <a:rPr lang="en-US"/>
              <a:t>, </a:t>
            </a:r>
            <a:r>
              <a:rPr lang="en-US" err="1"/>
              <a:t>serieller</a:t>
            </a:r>
            <a:r>
              <a:rPr lang="en-US" dirty="0"/>
              <a:t> </a:t>
            </a:r>
            <a:r>
              <a:rPr lang="en-US" err="1"/>
              <a:t>Zweidraht</a:t>
            </a:r>
            <a:r>
              <a:rPr lang="en-US"/>
              <a:t>-Bus</a:t>
            </a:r>
          </a:p>
          <a:p>
            <a:pPr marL="320040" indent="-391795"/>
            <a:r>
              <a:rPr lang="en-US"/>
              <a:t>Kommunikation von µC mit  IC- Peripherie (</a:t>
            </a:r>
            <a:r>
              <a:rPr lang="en-US" err="1"/>
              <a:t>Sensoren</a:t>
            </a:r>
            <a:r>
              <a:rPr lang="en-US"/>
              <a:t>, DAC, ADC)</a:t>
            </a:r>
          </a:p>
          <a:p>
            <a:pPr marL="320040" indent="-391795"/>
            <a:r>
              <a:rPr lang="en-US"/>
              <a:t>2 </a:t>
            </a:r>
            <a:r>
              <a:rPr lang="en-US" err="1"/>
              <a:t>Leitungen</a:t>
            </a:r>
            <a:r>
              <a:rPr lang="en-US"/>
              <a:t> (SDA (</a:t>
            </a:r>
            <a:r>
              <a:rPr lang="en-US" err="1"/>
              <a:t>Bidirektional</a:t>
            </a:r>
            <a:r>
              <a:rPr lang="en-US"/>
              <a:t>), SCL)</a:t>
            </a:r>
          </a:p>
          <a:p>
            <a:pPr marL="320040" indent="-391795"/>
            <a:r>
              <a:rPr lang="en-US" err="1"/>
              <a:t>Mehrere</a:t>
            </a:r>
            <a:r>
              <a:rPr lang="en-US"/>
              <a:t> Master </a:t>
            </a:r>
            <a:r>
              <a:rPr lang="en-US" err="1"/>
              <a:t>im</a:t>
            </a:r>
            <a:r>
              <a:rPr lang="en-US"/>
              <a:t> Bus </a:t>
            </a:r>
            <a:r>
              <a:rPr lang="en-US" err="1"/>
              <a:t>möglich</a:t>
            </a:r>
            <a:r>
              <a:rPr lang="en-US"/>
              <a:t> (Multi-Master-Bus)</a:t>
            </a:r>
          </a:p>
          <a:p>
            <a:pPr marL="320040" indent="-391795"/>
            <a:r>
              <a:rPr lang="en-US"/>
              <a:t>Bis </a:t>
            </a:r>
            <a:r>
              <a:rPr lang="en-US" err="1"/>
              <a:t>zu</a:t>
            </a:r>
            <a:r>
              <a:rPr lang="en-US"/>
              <a:t> 128 </a:t>
            </a:r>
            <a:r>
              <a:rPr lang="en-US" err="1"/>
              <a:t>Busteilnehmer</a:t>
            </a:r>
            <a:endParaRPr lang="en-US"/>
          </a:p>
          <a:p>
            <a:pPr marL="320040" indent="-391795"/>
            <a:r>
              <a:rPr lang="en-US"/>
              <a:t>Master </a:t>
            </a:r>
            <a:r>
              <a:rPr lang="en-US" err="1"/>
              <a:t>steuert</a:t>
            </a:r>
            <a:r>
              <a:rPr lang="en-US"/>
              <a:t> die Kommunikation auf dem Bus</a:t>
            </a:r>
          </a:p>
          <a:p>
            <a:pPr marL="320040" indent="-391795"/>
            <a:r>
              <a:rPr lang="en-US" err="1"/>
              <a:t>Mehrere</a:t>
            </a:r>
            <a:r>
              <a:rPr lang="en-US"/>
              <a:t> Hundert </a:t>
            </a:r>
            <a:r>
              <a:rPr lang="en-US" err="1"/>
              <a:t>kBit</a:t>
            </a:r>
            <a:r>
              <a:rPr lang="en-US"/>
              <a:t>/s (je </a:t>
            </a:r>
            <a:r>
              <a:rPr lang="en-US" err="1"/>
              <a:t>nach</a:t>
            </a:r>
            <a:r>
              <a:rPr lang="en-US" dirty="0"/>
              <a:t> </a:t>
            </a:r>
            <a:r>
              <a:rPr lang="en-US"/>
              <a:t>Mode) </a:t>
            </a:r>
          </a:p>
          <a:p>
            <a:pPr marL="320040" indent="-391795"/>
            <a:endParaRPr lang="en-US"/>
          </a:p>
        </p:txBody>
      </p:sp>
      <p:pic>
        <p:nvPicPr>
          <p:cNvPr id="5" name="Grafik 5">
            <a:extLst>
              <a:ext uri="{FF2B5EF4-FFF2-40B4-BE49-F238E27FC236}">
                <a16:creationId xmlns:a16="http://schemas.microsoft.com/office/drawing/2014/main" id="{30BBBB8A-2F1E-42FC-8C2F-F43B952E5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04" y="2847937"/>
            <a:ext cx="8518936" cy="535350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26FA609-DCE6-4B61-8AE3-74F5E5382E4E}"/>
              </a:ext>
            </a:extLst>
          </p:cNvPr>
          <p:cNvSpPr txBox="1"/>
          <p:nvPr/>
        </p:nvSpPr>
        <p:spPr>
          <a:xfrm>
            <a:off x="7779471" y="8107437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latin typeface="Arial"/>
                <a:cs typeface="Calibri"/>
              </a:rPr>
              <a:t>Abbildung 8 [2, S.269]</a:t>
            </a:r>
            <a:endParaRPr lang="de-DE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1457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2A79A34-3095-43B1-9B27-F00C5147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Datenübertragung</a:t>
            </a:r>
          </a:p>
        </p:txBody>
      </p:sp>
      <p:pic>
        <p:nvPicPr>
          <p:cNvPr id="5" name="Grafik 5" descr="Ein Bild, das Tisch enthält.&#10;&#10;Beschreibung automatisch generiert.">
            <a:extLst>
              <a:ext uri="{FF2B5EF4-FFF2-40B4-BE49-F238E27FC236}">
                <a16:creationId xmlns:a16="http://schemas.microsoft.com/office/drawing/2014/main" id="{A32ECF79-7552-4D77-9BB2-BCDFDA4DB367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/>
          <a:stretch>
            <a:fillRect/>
          </a:stretch>
        </p:blipFill>
        <p:spPr>
          <a:xfrm>
            <a:off x="2102276" y="6514114"/>
            <a:ext cx="10844841" cy="2552521"/>
          </a:xfr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3FE7E80-230C-4A1B-8D16-B674EC258C65}"/>
              </a:ext>
            </a:extLst>
          </p:cNvPr>
          <p:cNvSpPr txBox="1"/>
          <p:nvPr/>
        </p:nvSpPr>
        <p:spPr>
          <a:xfrm>
            <a:off x="2156942" y="8660885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600">
                <a:latin typeface="Arial"/>
                <a:cs typeface="Calibri"/>
              </a:rPr>
              <a:t>Abbildung 9 [3, S.499]</a:t>
            </a:r>
            <a:endParaRPr lang="de-DE">
              <a:cs typeface="Calibri"/>
            </a:endParaRP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0B1C5A90-72EF-482A-96E8-4839C4147EC4}"/>
              </a:ext>
            </a:extLst>
          </p:cNvPr>
          <p:cNvSpPr txBox="1">
            <a:spLocks/>
          </p:cNvSpPr>
          <p:nvPr/>
        </p:nvSpPr>
        <p:spPr>
          <a:xfrm>
            <a:off x="2762499" y="2539719"/>
            <a:ext cx="10738305" cy="37094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20400" indent="-392400" algn="l" defTabSz="754700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♦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80400" indent="-248400" algn="l" defTabSz="754700" rtl="0" eaLnBrk="1" latinLnBrk="0" hangingPunct="1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Lucida Grande"/>
              <a:buChar char="-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8867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•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26414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–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3396150" indent="-377350" algn="l" defTabSz="754700" rtl="0" eaLnBrk="1" latinLnBrk="0" hangingPunct="1">
              <a:lnSpc>
                <a:spcPts val="4000"/>
              </a:lnSpc>
              <a:spcBef>
                <a:spcPts val="0"/>
              </a:spcBef>
              <a:buFont typeface="Arial"/>
              <a:buChar char="»"/>
              <a:defRPr sz="3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41508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55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602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14950" indent="-377350" algn="l" defTabSz="754700" rtl="0" eaLnBrk="1" latinLnBrk="0" hangingPunct="1">
              <a:spcBef>
                <a:spcPct val="20000"/>
              </a:spcBef>
              <a:buFont typeface="Arial"/>
              <a:buChar char="•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indent="-391795"/>
            <a:r>
              <a:rPr lang="de-DE"/>
              <a:t>Master sendet Startbedingung (alle Slaves hören)</a:t>
            </a:r>
          </a:p>
          <a:p>
            <a:pPr marL="320040" indent="-391795"/>
            <a:r>
              <a:rPr lang="de-DE"/>
              <a:t>Master sendet Slave-Adresse (7-Bit) plus Read/Write-Bit</a:t>
            </a:r>
          </a:p>
          <a:p>
            <a:pPr marL="320040" indent="-391795"/>
            <a:r>
              <a:rPr lang="de-DE"/>
              <a:t>Slave sendet ACK-Bit (Bereit für Kommunikation)</a:t>
            </a:r>
          </a:p>
          <a:p>
            <a:pPr marL="320040" indent="-391795"/>
            <a:r>
              <a:rPr lang="de-DE"/>
              <a:t>Master empfängt/sendet Daten (8 Bit Datenpaket)</a:t>
            </a:r>
          </a:p>
          <a:p>
            <a:pPr marL="320040" indent="-391795"/>
            <a:r>
              <a:rPr lang="de-DE"/>
              <a:t>Slave/Master bestätigt Empfang mit ACK-Bit</a:t>
            </a:r>
          </a:p>
          <a:p>
            <a:pPr marL="320040" indent="-391795"/>
            <a:r>
              <a:rPr lang="de-DE"/>
              <a:t>weiter Bytes übertragen, oder Stopp durch Stoppbedingung</a:t>
            </a:r>
          </a:p>
          <a:p>
            <a:pPr marL="320040" indent="-391795"/>
            <a:endParaRPr lang="de-DE"/>
          </a:p>
          <a:p>
            <a:pPr marL="680085" lvl="1" indent="-248285"/>
            <a:endParaRPr lang="de-DE"/>
          </a:p>
          <a:p>
            <a:pPr marL="320040" indent="-391795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557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7" descr="Hauptplatine">
            <a:extLst>
              <a:ext uri="{FF2B5EF4-FFF2-40B4-BE49-F238E27FC236}">
                <a16:creationId xmlns:a16="http://schemas.microsoft.com/office/drawing/2014/main" id="{6D2A14AF-A865-45DC-8980-720245B967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35328" r="35328"/>
          <a:stretch/>
        </p:blipFill>
        <p:spPr>
          <a:xfrm>
            <a:off x="11016168" y="1651628"/>
            <a:ext cx="5241420" cy="8538924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910A1E0D-C79E-4AE5-A6EE-3B97C2F13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I2C (Inter-Integrated-Circuit-Bus)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F354D8-185E-4DE2-AEFF-9BF06821D4B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79999" y="3540183"/>
            <a:ext cx="9289398" cy="5477027"/>
          </a:xfrm>
        </p:spPr>
        <p:txBody>
          <a:bodyPr/>
          <a:lstStyle/>
          <a:p>
            <a:pPr marL="320040" indent="-391795"/>
            <a:r>
              <a:rPr lang="de-DE"/>
              <a:t>Vorteile</a:t>
            </a:r>
          </a:p>
          <a:p>
            <a:pPr marL="680085" lvl="1" indent="-248285"/>
            <a:r>
              <a:rPr lang="de-DE"/>
              <a:t>Nur 2 Leitungen notwendig (geringer Aufwand)</a:t>
            </a:r>
          </a:p>
          <a:p>
            <a:pPr marL="680085" lvl="1" indent="-248285"/>
            <a:r>
              <a:rPr lang="de-DE"/>
              <a:t>Kosten</a:t>
            </a:r>
          </a:p>
          <a:p>
            <a:pPr marL="680085" lvl="1" indent="-248285"/>
            <a:r>
              <a:rPr lang="de-DE"/>
              <a:t>Mehrere Master können an einem Bus teilnehmen</a:t>
            </a:r>
          </a:p>
          <a:p>
            <a:pPr marL="680085" lvl="1" indent="-248285"/>
            <a:r>
              <a:rPr lang="de-DE"/>
              <a:t>Empfangsbestätigung der Daten</a:t>
            </a:r>
          </a:p>
          <a:p>
            <a:pPr marL="0" indent="0">
              <a:buNone/>
            </a:pPr>
            <a:endParaRPr lang="de-DE"/>
          </a:p>
          <a:p>
            <a:pPr marL="320040" indent="-391795"/>
            <a:r>
              <a:rPr lang="de-DE"/>
              <a:t>Nachteile</a:t>
            </a:r>
            <a:endParaRPr lang="de-DE" i="1"/>
          </a:p>
          <a:p>
            <a:pPr marL="680085" lvl="1" indent="-248285"/>
            <a:r>
              <a:rPr lang="de-DE"/>
              <a:t>Langsamer als SPI</a:t>
            </a:r>
          </a:p>
          <a:p>
            <a:pPr marL="680085" lvl="1" indent="-248285"/>
            <a:r>
              <a:rPr lang="de-DE"/>
              <a:t>Nicht Vollduplexfähig</a:t>
            </a:r>
          </a:p>
          <a:p>
            <a:pPr marL="320040" indent="-391795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528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3EB600B-1C85-48BC-9AAC-23256730CBDE}"/>
              </a:ext>
            </a:extLst>
          </p:cNvPr>
          <p:cNvSpPr txBox="1"/>
          <p:nvPr/>
        </p:nvSpPr>
        <p:spPr>
          <a:xfrm>
            <a:off x="1520267" y="6727778"/>
            <a:ext cx="8293995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/>
              <a:t>Von Jonas Preg, Dominic Jenni und Michael Geuze</a:t>
            </a:r>
          </a:p>
          <a:p>
            <a:r>
              <a:rPr lang="de-DE"/>
              <a:t>Kontakt:	</a:t>
            </a:r>
            <a:r>
              <a:rPr lang="de-DE">
                <a:hlinkClick r:id="rId2"/>
              </a:rPr>
              <a:t>jonas.preg@students.fhv.at</a:t>
            </a:r>
            <a:br>
              <a:rPr lang="de-DE"/>
            </a:br>
            <a:r>
              <a:rPr lang="de-DE"/>
              <a:t>		</a:t>
            </a:r>
            <a:r>
              <a:rPr lang="de-DE">
                <a:hlinkClick r:id="rId3"/>
              </a:rPr>
              <a:t>dominic.jenni@students.fhv.at</a:t>
            </a:r>
            <a:endParaRPr lang="de-DE"/>
          </a:p>
          <a:p>
            <a:r>
              <a:rPr lang="de-DE"/>
              <a:t>		</a:t>
            </a:r>
            <a:r>
              <a:rPr lang="de-DE">
                <a:hlinkClick r:id="rId4"/>
              </a:rPr>
              <a:t>michael.geuze@students.fhv.at</a:t>
            </a:r>
            <a:endParaRPr lang="de-DE"/>
          </a:p>
          <a:p>
            <a:r>
              <a:rPr lang="de-DE"/>
              <a:t>Elektrotechnik Dual, Erstes Semester</a:t>
            </a:r>
          </a:p>
        </p:txBody>
      </p:sp>
    </p:spTree>
    <p:extLst>
      <p:ext uri="{BB962C8B-B14F-4D97-AF65-F5344CB8AC3E}">
        <p14:creationId xmlns:p14="http://schemas.microsoft.com/office/powerpoint/2010/main" val="13028004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Custom 2">
      <a:dk1>
        <a:srgbClr val="262626"/>
      </a:dk1>
      <a:lt1>
        <a:sysClr val="window" lastClr="FFFFFF"/>
      </a:lt1>
      <a:dk2>
        <a:srgbClr val="262626"/>
      </a:dk2>
      <a:lt2>
        <a:srgbClr val="FFFFFF"/>
      </a:lt2>
      <a:accent1>
        <a:srgbClr val="C11635"/>
      </a:accent1>
      <a:accent2>
        <a:srgbClr val="C02745"/>
      </a:accent2>
      <a:accent3>
        <a:srgbClr val="DE8091"/>
      </a:accent3>
      <a:accent4>
        <a:srgbClr val="EBB0BB"/>
      </a:accent4>
      <a:accent5>
        <a:srgbClr val="777777"/>
      </a:accent5>
      <a:accent6>
        <a:srgbClr val="A5A5A5"/>
      </a:accent6>
      <a:hlink>
        <a:srgbClr val="C11635"/>
      </a:hlink>
      <a:folHlink>
        <a:srgbClr val="C1163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Application>Microsoft Office PowerPoint</Application>
  <PresentationFormat>Benutzerdefiniert</PresentationFormat>
  <Slides>19</Slides>
  <Notes>1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0" baseType="lpstr">
      <vt:lpstr>Default Theme</vt:lpstr>
      <vt:lpstr>Computerschnittstellen</vt:lpstr>
      <vt:lpstr>PowerPoint-Präsentation</vt:lpstr>
      <vt:lpstr>Abbildungsverzeichnis</vt:lpstr>
      <vt:lpstr>Analog-Digital-Wandler</vt:lpstr>
      <vt:lpstr>Abtastprozedur</vt:lpstr>
      <vt:lpstr>Analog-Digital-Wandler</vt:lpstr>
      <vt:lpstr>Probleme bei der Umwandlung</vt:lpstr>
      <vt:lpstr>Digital-Analog-Wandler</vt:lpstr>
      <vt:lpstr>Erläuterung und Anwendungsbereich</vt:lpstr>
      <vt:lpstr>Realisierung</vt:lpstr>
      <vt:lpstr>R2R-Netzwerk</vt:lpstr>
      <vt:lpstr>Serielle Schnittstellen</vt:lpstr>
      <vt:lpstr>SPI (Serial Peripheral Interface)</vt:lpstr>
      <vt:lpstr>Datenübertragung</vt:lpstr>
      <vt:lpstr>SPI (Serial Peripheral Interface)</vt:lpstr>
      <vt:lpstr>I2C (Inter-Integrated-Circuit-Bus)</vt:lpstr>
      <vt:lpstr>Datenübertragung</vt:lpstr>
      <vt:lpstr>I2C (Inter-Integrated-Circuit-Bus)</vt:lpstr>
      <vt:lpstr>PowerPoint-Präsentation</vt:lpstr>
    </vt:vector>
  </TitlesOfParts>
  <Company>University of Applied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Services</dc:creator>
  <cp:revision>47</cp:revision>
  <dcterms:created xsi:type="dcterms:W3CDTF">2015-08-04T13:07:46Z</dcterms:created>
  <dcterms:modified xsi:type="dcterms:W3CDTF">2021-12-01T19:49:46Z</dcterms:modified>
</cp:coreProperties>
</file>