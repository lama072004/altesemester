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707" r:id="rId2"/>
    <p:sldId id="717" r:id="rId3"/>
    <p:sldId id="735" r:id="rId4"/>
    <p:sldId id="724" r:id="rId5"/>
    <p:sldId id="725" r:id="rId6"/>
    <p:sldId id="734" r:id="rId7"/>
    <p:sldId id="726" r:id="rId8"/>
    <p:sldId id="731" r:id="rId9"/>
    <p:sldId id="732" r:id="rId10"/>
    <p:sldId id="733" r:id="rId11"/>
    <p:sldId id="714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CFF1"/>
    <a:srgbClr val="ED6E4C"/>
    <a:srgbClr val="FFDC5F"/>
    <a:srgbClr val="C0A1CC"/>
    <a:srgbClr val="EE7551"/>
    <a:srgbClr val="C0A9D2"/>
    <a:srgbClr val="AD90B7"/>
    <a:srgbClr val="FDD462"/>
    <a:srgbClr val="84C5E2"/>
    <a:srgbClr val="E46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5FB63A-ABD8-41CB-95AD-1591DD6946E5}" v="490" dt="2023-09-29T09:44:03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0" autoAdjust="0"/>
    <p:restoredTop sz="75754" autoAdjust="0"/>
  </p:normalViewPr>
  <p:slideViewPr>
    <p:cSldViewPr snapToGrid="0" snapToObjects="1">
      <p:cViewPr varScale="1">
        <p:scale>
          <a:sx n="86" d="100"/>
          <a:sy n="86" d="100"/>
        </p:scale>
        <p:origin x="117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GEUZE" userId="7745a197-f4b0-4247-9e69-96976d9a4300" providerId="ADAL" clId="{715FB63A-ABD8-41CB-95AD-1591DD6946E5}"/>
    <pc:docChg chg="undo custSel addSld modSld sldOrd">
      <pc:chgData name="Michael GEUZE" userId="7745a197-f4b0-4247-9e69-96976d9a4300" providerId="ADAL" clId="{715FB63A-ABD8-41CB-95AD-1591DD6946E5}" dt="2023-09-29T04:40:55.164" v="865" actId="20577"/>
      <pc:docMkLst>
        <pc:docMk/>
      </pc:docMkLst>
      <pc:sldChg chg="modSp mod">
        <pc:chgData name="Michael GEUZE" userId="7745a197-f4b0-4247-9e69-96976d9a4300" providerId="ADAL" clId="{715FB63A-ABD8-41CB-95AD-1591DD6946E5}" dt="2023-09-29T04:25:38.457" v="451" actId="20577"/>
        <pc:sldMkLst>
          <pc:docMk/>
          <pc:sldMk cId="3614073984" sldId="715"/>
        </pc:sldMkLst>
        <pc:spChg chg="mod">
          <ac:chgData name="Michael GEUZE" userId="7745a197-f4b0-4247-9e69-96976d9a4300" providerId="ADAL" clId="{715FB63A-ABD8-41CB-95AD-1591DD6946E5}" dt="2023-09-29T04:25:38.457" v="451" actId="20577"/>
          <ac:spMkLst>
            <pc:docMk/>
            <pc:sldMk cId="3614073984" sldId="715"/>
            <ac:spMk id="2" creationId="{677FB501-71AB-F149-9932-2CB537F43147}"/>
          </ac:spMkLst>
        </pc:spChg>
      </pc:sldChg>
      <pc:sldChg chg="modSp mod modAnim">
        <pc:chgData name="Michael GEUZE" userId="7745a197-f4b0-4247-9e69-96976d9a4300" providerId="ADAL" clId="{715FB63A-ABD8-41CB-95AD-1591DD6946E5}" dt="2023-09-29T04:35:24.214" v="458"/>
        <pc:sldMkLst>
          <pc:docMk/>
          <pc:sldMk cId="1031644836" sldId="717"/>
        </pc:sldMkLst>
        <pc:spChg chg="mod">
          <ac:chgData name="Michael GEUZE" userId="7745a197-f4b0-4247-9e69-96976d9a4300" providerId="ADAL" clId="{715FB63A-ABD8-41CB-95AD-1591DD6946E5}" dt="2023-09-29T04:35:13.539" v="457" actId="20577"/>
          <ac:spMkLst>
            <pc:docMk/>
            <pc:sldMk cId="1031644836" sldId="717"/>
            <ac:spMk id="2" creationId="{756CE28E-2C47-8149-97D4-A48C31C0909A}"/>
          </ac:spMkLst>
        </pc:spChg>
      </pc:sldChg>
      <pc:sldChg chg="modSp modAnim">
        <pc:chgData name="Michael GEUZE" userId="7745a197-f4b0-4247-9e69-96976d9a4300" providerId="ADAL" clId="{715FB63A-ABD8-41CB-95AD-1591DD6946E5}" dt="2023-09-29T04:37:12.553" v="510" actId="5793"/>
        <pc:sldMkLst>
          <pc:docMk/>
          <pc:sldMk cId="384043658" sldId="724"/>
        </pc:sldMkLst>
        <pc:spChg chg="mod">
          <ac:chgData name="Michael GEUZE" userId="7745a197-f4b0-4247-9e69-96976d9a4300" providerId="ADAL" clId="{715FB63A-ABD8-41CB-95AD-1591DD6946E5}" dt="2023-09-29T04:37:12.553" v="510" actId="5793"/>
          <ac:spMkLst>
            <pc:docMk/>
            <pc:sldMk cId="384043658" sldId="724"/>
            <ac:spMk id="2" creationId="{756CE28E-2C47-8149-97D4-A48C31C0909A}"/>
          </ac:spMkLst>
        </pc:spChg>
      </pc:sldChg>
      <pc:sldChg chg="modAnim">
        <pc:chgData name="Michael GEUZE" userId="7745a197-f4b0-4247-9e69-96976d9a4300" providerId="ADAL" clId="{715FB63A-ABD8-41CB-95AD-1591DD6946E5}" dt="2023-09-29T04:36:14.448" v="467"/>
        <pc:sldMkLst>
          <pc:docMk/>
          <pc:sldMk cId="230790363" sldId="725"/>
        </pc:sldMkLst>
      </pc:sldChg>
      <pc:sldChg chg="modAnim modNotesTx">
        <pc:chgData name="Michael GEUZE" userId="7745a197-f4b0-4247-9e69-96976d9a4300" providerId="ADAL" clId="{715FB63A-ABD8-41CB-95AD-1591DD6946E5}" dt="2023-09-29T04:38:52.452" v="831" actId="20577"/>
        <pc:sldMkLst>
          <pc:docMk/>
          <pc:sldMk cId="2881697699" sldId="726"/>
        </pc:sldMkLst>
      </pc:sldChg>
      <pc:sldChg chg="modAnim">
        <pc:chgData name="Michael GEUZE" userId="7745a197-f4b0-4247-9e69-96976d9a4300" providerId="ADAL" clId="{715FB63A-ABD8-41CB-95AD-1591DD6946E5}" dt="2023-09-29T04:36:29.856" v="470"/>
        <pc:sldMkLst>
          <pc:docMk/>
          <pc:sldMk cId="3158267539" sldId="732"/>
        </pc:sldMkLst>
      </pc:sldChg>
      <pc:sldChg chg="modAnim">
        <pc:chgData name="Michael GEUZE" userId="7745a197-f4b0-4247-9e69-96976d9a4300" providerId="ADAL" clId="{715FB63A-ABD8-41CB-95AD-1591DD6946E5}" dt="2023-09-29T04:36:31.554" v="471"/>
        <pc:sldMkLst>
          <pc:docMk/>
          <pc:sldMk cId="4218718003" sldId="733"/>
        </pc:sldMkLst>
      </pc:sldChg>
      <pc:sldChg chg="modAnim modNotesTx">
        <pc:chgData name="Michael GEUZE" userId="7745a197-f4b0-4247-9e69-96976d9a4300" providerId="ADAL" clId="{715FB63A-ABD8-41CB-95AD-1591DD6946E5}" dt="2023-09-29T04:40:55.164" v="865" actId="20577"/>
        <pc:sldMkLst>
          <pc:docMk/>
          <pc:sldMk cId="552084233" sldId="734"/>
        </pc:sldMkLst>
      </pc:sldChg>
      <pc:sldChg chg="addSp delSp modSp add mod ord modAnim">
        <pc:chgData name="Michael GEUZE" userId="7745a197-f4b0-4247-9e69-96976d9a4300" providerId="ADAL" clId="{715FB63A-ABD8-41CB-95AD-1591DD6946E5}" dt="2023-09-29T04:35:29.995" v="459"/>
        <pc:sldMkLst>
          <pc:docMk/>
          <pc:sldMk cId="3149729269" sldId="735"/>
        </pc:sldMkLst>
        <pc:spChg chg="del">
          <ac:chgData name="Michael GEUZE" userId="7745a197-f4b0-4247-9e69-96976d9a4300" providerId="ADAL" clId="{715FB63A-ABD8-41CB-95AD-1591DD6946E5}" dt="2023-09-29T04:16:53.581" v="76" actId="478"/>
          <ac:spMkLst>
            <pc:docMk/>
            <pc:sldMk cId="3149729269" sldId="735"/>
            <ac:spMk id="2" creationId="{756CE28E-2C47-8149-97D4-A48C31C0909A}"/>
          </ac:spMkLst>
        </pc:spChg>
        <pc:spChg chg="mod">
          <ac:chgData name="Michael GEUZE" userId="7745a197-f4b0-4247-9e69-96976d9a4300" providerId="ADAL" clId="{715FB63A-ABD8-41CB-95AD-1591DD6946E5}" dt="2023-09-29T04:21:00.586" v="100" actId="20577"/>
          <ac:spMkLst>
            <pc:docMk/>
            <pc:sldMk cId="3149729269" sldId="735"/>
            <ac:spMk id="3" creationId="{0EDE8B43-0C4E-FE41-BD84-CB386DE1ACA3}"/>
          </ac:spMkLst>
        </pc:spChg>
        <pc:spChg chg="add mod">
          <ac:chgData name="Michael GEUZE" userId="7745a197-f4b0-4247-9e69-96976d9a4300" providerId="ADAL" clId="{715FB63A-ABD8-41CB-95AD-1591DD6946E5}" dt="2023-09-29T04:23:42.006" v="449" actId="20577"/>
          <ac:spMkLst>
            <pc:docMk/>
            <pc:sldMk cId="3149729269" sldId="735"/>
            <ac:spMk id="7" creationId="{7D14C973-23F0-E0E3-ACCF-3E31E009749C}"/>
          </ac:spMkLst>
        </pc:spChg>
        <pc:picChg chg="del">
          <ac:chgData name="Michael GEUZE" userId="7745a197-f4b0-4247-9e69-96976d9a4300" providerId="ADAL" clId="{715FB63A-ABD8-41CB-95AD-1591DD6946E5}" dt="2023-09-29T04:16:56.097" v="77" actId="478"/>
          <ac:picMkLst>
            <pc:docMk/>
            <pc:sldMk cId="3149729269" sldId="735"/>
            <ac:picMk id="6" creationId="{14D49093-221C-4183-3ACB-B97A9A326577}"/>
          </ac:picMkLst>
        </pc:picChg>
      </pc:sldChg>
    </pc:docChg>
  </pc:docChgLst>
  <pc:docChgLst>
    <pc:chgData name="GEUZE Michael" userId="7745a197-f4b0-4247-9e69-96976d9a4300" providerId="ADAL" clId="{715FB63A-ABD8-41CB-95AD-1591DD6946E5}"/>
    <pc:docChg chg="undo redo custSel addSld delSld modSld sldOrd">
      <pc:chgData name="GEUZE Michael" userId="7745a197-f4b0-4247-9e69-96976d9a4300" providerId="ADAL" clId="{715FB63A-ABD8-41CB-95AD-1591DD6946E5}" dt="2023-09-29T09:44:03.901" v="805" actId="20577"/>
      <pc:docMkLst>
        <pc:docMk/>
      </pc:docMkLst>
      <pc:sldChg chg="modSp mod">
        <pc:chgData name="GEUZE Michael" userId="7745a197-f4b0-4247-9e69-96976d9a4300" providerId="ADAL" clId="{715FB63A-ABD8-41CB-95AD-1591DD6946E5}" dt="2023-09-29T06:36:10.282" v="387" actId="20577"/>
        <pc:sldMkLst>
          <pc:docMk/>
          <pc:sldMk cId="2823869314" sldId="714"/>
        </pc:sldMkLst>
        <pc:spChg chg="mod">
          <ac:chgData name="GEUZE Michael" userId="7745a197-f4b0-4247-9e69-96976d9a4300" providerId="ADAL" clId="{715FB63A-ABD8-41CB-95AD-1591DD6946E5}" dt="2023-09-29T06:36:10.282" v="387" actId="20577"/>
          <ac:spMkLst>
            <pc:docMk/>
            <pc:sldMk cId="2823869314" sldId="714"/>
            <ac:spMk id="2" creationId="{646478F0-ECBE-5B48-B3A9-77DAF4604364}"/>
          </ac:spMkLst>
        </pc:spChg>
      </pc:sldChg>
      <pc:sldChg chg="del">
        <pc:chgData name="GEUZE Michael" userId="7745a197-f4b0-4247-9e69-96976d9a4300" providerId="ADAL" clId="{715FB63A-ABD8-41CB-95AD-1591DD6946E5}" dt="2023-09-29T05:35:09.266" v="262" actId="47"/>
        <pc:sldMkLst>
          <pc:docMk/>
          <pc:sldMk cId="3614073984" sldId="715"/>
        </pc:sldMkLst>
      </pc:sldChg>
      <pc:sldChg chg="modSp modAnim">
        <pc:chgData name="GEUZE Michael" userId="7745a197-f4b0-4247-9e69-96976d9a4300" providerId="ADAL" clId="{715FB63A-ABD8-41CB-95AD-1591DD6946E5}" dt="2023-09-29T09:44:03.901" v="805" actId="20577"/>
        <pc:sldMkLst>
          <pc:docMk/>
          <pc:sldMk cId="1031644836" sldId="717"/>
        </pc:sldMkLst>
        <pc:spChg chg="mod">
          <ac:chgData name="GEUZE Michael" userId="7745a197-f4b0-4247-9e69-96976d9a4300" providerId="ADAL" clId="{715FB63A-ABD8-41CB-95AD-1591DD6946E5}" dt="2023-09-29T09:44:03.901" v="805" actId="20577"/>
          <ac:spMkLst>
            <pc:docMk/>
            <pc:sldMk cId="1031644836" sldId="717"/>
            <ac:spMk id="2" creationId="{756CE28E-2C47-8149-97D4-A48C31C0909A}"/>
          </ac:spMkLst>
        </pc:spChg>
      </pc:sldChg>
      <pc:sldChg chg="addSp delSp modSp mod modAnim modNotesTx">
        <pc:chgData name="GEUZE Michael" userId="7745a197-f4b0-4247-9e69-96976d9a4300" providerId="ADAL" clId="{715FB63A-ABD8-41CB-95AD-1591DD6946E5}" dt="2023-09-29T05:39:24.326" v="353" actId="20577"/>
        <pc:sldMkLst>
          <pc:docMk/>
          <pc:sldMk cId="384043658" sldId="724"/>
        </pc:sldMkLst>
        <pc:spChg chg="add del">
          <ac:chgData name="GEUZE Michael" userId="7745a197-f4b0-4247-9e69-96976d9a4300" providerId="ADAL" clId="{715FB63A-ABD8-41CB-95AD-1591DD6946E5}" dt="2023-09-29T05:36:27.413" v="264" actId="22"/>
          <ac:spMkLst>
            <pc:docMk/>
            <pc:sldMk cId="384043658" sldId="724"/>
            <ac:spMk id="7" creationId="{188434DC-AB27-45DA-6D54-26E756394B18}"/>
          </ac:spMkLst>
        </pc:spChg>
        <pc:picChg chg="del mod">
          <ac:chgData name="GEUZE Michael" userId="7745a197-f4b0-4247-9e69-96976d9a4300" providerId="ADAL" clId="{715FB63A-ABD8-41CB-95AD-1591DD6946E5}" dt="2023-09-29T05:37:02.680" v="275" actId="478"/>
          <ac:picMkLst>
            <pc:docMk/>
            <pc:sldMk cId="384043658" sldId="724"/>
            <ac:picMk id="6" creationId="{14D49093-221C-4183-3ACB-B97A9A326577}"/>
          </ac:picMkLst>
        </pc:picChg>
        <pc:picChg chg="add mod">
          <ac:chgData name="GEUZE Michael" userId="7745a197-f4b0-4247-9e69-96976d9a4300" providerId="ADAL" clId="{715FB63A-ABD8-41CB-95AD-1591DD6946E5}" dt="2023-09-29T05:38:49.272" v="284" actId="1076"/>
          <ac:picMkLst>
            <pc:docMk/>
            <pc:sldMk cId="384043658" sldId="724"/>
            <ac:picMk id="9" creationId="{2C2B9CD5-F3CC-921D-3E14-992A910CD4DE}"/>
          </ac:picMkLst>
        </pc:picChg>
      </pc:sldChg>
      <pc:sldChg chg="modSp">
        <pc:chgData name="GEUZE Michael" userId="7745a197-f4b0-4247-9e69-96976d9a4300" providerId="ADAL" clId="{715FB63A-ABD8-41CB-95AD-1591DD6946E5}" dt="2023-09-29T06:34:11.049" v="363" actId="20577"/>
        <pc:sldMkLst>
          <pc:docMk/>
          <pc:sldMk cId="2881697699" sldId="726"/>
        </pc:sldMkLst>
        <pc:spChg chg="mod">
          <ac:chgData name="GEUZE Michael" userId="7745a197-f4b0-4247-9e69-96976d9a4300" providerId="ADAL" clId="{715FB63A-ABD8-41CB-95AD-1591DD6946E5}" dt="2023-09-29T06:34:11.049" v="363" actId="20577"/>
          <ac:spMkLst>
            <pc:docMk/>
            <pc:sldMk cId="2881697699" sldId="726"/>
            <ac:spMk id="2" creationId="{103E61F1-2678-662A-0B6A-FB92CA6042BA}"/>
          </ac:spMkLst>
        </pc:spChg>
      </pc:sldChg>
      <pc:sldChg chg="modSp modNotesTx">
        <pc:chgData name="GEUZE Michael" userId="7745a197-f4b0-4247-9e69-96976d9a4300" providerId="ADAL" clId="{715FB63A-ABD8-41CB-95AD-1591DD6946E5}" dt="2023-09-29T06:48:00.156" v="421" actId="20577"/>
        <pc:sldMkLst>
          <pc:docMk/>
          <pc:sldMk cId="4218718003" sldId="733"/>
        </pc:sldMkLst>
        <pc:spChg chg="mod">
          <ac:chgData name="GEUZE Michael" userId="7745a197-f4b0-4247-9e69-96976d9a4300" providerId="ADAL" clId="{715FB63A-ABD8-41CB-95AD-1591DD6946E5}" dt="2023-09-29T06:48:00.156" v="421" actId="20577"/>
          <ac:spMkLst>
            <pc:docMk/>
            <pc:sldMk cId="4218718003" sldId="733"/>
            <ac:spMk id="2" creationId="{AF77454B-95BE-DFFC-0EE2-D92C768F525F}"/>
          </ac:spMkLst>
        </pc:spChg>
      </pc:sldChg>
      <pc:sldChg chg="modSp modNotesTx">
        <pc:chgData name="GEUZE Michael" userId="7745a197-f4b0-4247-9e69-96976d9a4300" providerId="ADAL" clId="{715FB63A-ABD8-41CB-95AD-1591DD6946E5}" dt="2023-09-29T06:35:32.953" v="386" actId="20577"/>
        <pc:sldMkLst>
          <pc:docMk/>
          <pc:sldMk cId="552084233" sldId="734"/>
        </pc:sldMkLst>
        <pc:spChg chg="mod">
          <ac:chgData name="GEUZE Michael" userId="7745a197-f4b0-4247-9e69-96976d9a4300" providerId="ADAL" clId="{715FB63A-ABD8-41CB-95AD-1591DD6946E5}" dt="2023-09-29T06:35:32.953" v="386" actId="20577"/>
          <ac:spMkLst>
            <pc:docMk/>
            <pc:sldMk cId="552084233" sldId="734"/>
            <ac:spMk id="2" creationId="{756CE28E-2C47-8149-97D4-A48C31C0909A}"/>
          </ac:spMkLst>
        </pc:spChg>
      </pc:sldChg>
      <pc:sldChg chg="modSp mod modAnim">
        <pc:chgData name="GEUZE Michael" userId="7745a197-f4b0-4247-9e69-96976d9a4300" providerId="ADAL" clId="{715FB63A-ABD8-41CB-95AD-1591DD6946E5}" dt="2023-09-29T04:55:15.538" v="47" actId="20577"/>
        <pc:sldMkLst>
          <pc:docMk/>
          <pc:sldMk cId="3149729269" sldId="735"/>
        </pc:sldMkLst>
        <pc:spChg chg="mod">
          <ac:chgData name="GEUZE Michael" userId="7745a197-f4b0-4247-9e69-96976d9a4300" providerId="ADAL" clId="{715FB63A-ABD8-41CB-95AD-1591DD6946E5}" dt="2023-09-29T04:55:15.538" v="47" actId="20577"/>
          <ac:spMkLst>
            <pc:docMk/>
            <pc:sldMk cId="3149729269" sldId="735"/>
            <ac:spMk id="7" creationId="{7D14C973-23F0-E0E3-ACCF-3E31E009749C}"/>
          </ac:spMkLst>
        </pc:spChg>
      </pc:sldChg>
      <pc:sldChg chg="addSp delSp modSp add del mod ord addAnim delAnim modAnim">
        <pc:chgData name="GEUZE Michael" userId="7745a197-f4b0-4247-9e69-96976d9a4300" providerId="ADAL" clId="{715FB63A-ABD8-41CB-95AD-1591DD6946E5}" dt="2023-09-29T09:43:47.883" v="776" actId="47"/>
        <pc:sldMkLst>
          <pc:docMk/>
          <pc:sldMk cId="1759318140" sldId="736"/>
        </pc:sldMkLst>
        <pc:spChg chg="mod">
          <ac:chgData name="GEUZE Michael" userId="7745a197-f4b0-4247-9e69-96976d9a4300" providerId="ADAL" clId="{715FB63A-ABD8-41CB-95AD-1591DD6946E5}" dt="2023-09-29T09:39:31.983" v="749" actId="20577"/>
          <ac:spMkLst>
            <pc:docMk/>
            <pc:sldMk cId="1759318140" sldId="736"/>
            <ac:spMk id="2" creationId="{756CE28E-2C47-8149-97D4-A48C31C0909A}"/>
          </ac:spMkLst>
        </pc:spChg>
        <pc:spChg chg="mod">
          <ac:chgData name="GEUZE Michael" userId="7745a197-f4b0-4247-9e69-96976d9a4300" providerId="ADAL" clId="{715FB63A-ABD8-41CB-95AD-1591DD6946E5}" dt="2023-09-29T09:43:46.061" v="771"/>
          <ac:spMkLst>
            <pc:docMk/>
            <pc:sldMk cId="1759318140" sldId="736"/>
            <ac:spMk id="3" creationId="{0EDE8B43-0C4E-FE41-BD84-CB386DE1ACA3}"/>
          </ac:spMkLst>
        </pc:spChg>
        <pc:picChg chg="add del">
          <ac:chgData name="GEUZE Michael" userId="7745a197-f4b0-4247-9e69-96976d9a4300" providerId="ADAL" clId="{715FB63A-ABD8-41CB-95AD-1591DD6946E5}" dt="2023-09-29T09:43:46.210" v="772" actId="478"/>
          <ac:picMkLst>
            <pc:docMk/>
            <pc:sldMk cId="1759318140" sldId="736"/>
            <ac:picMk id="9" creationId="{2C2B9CD5-F3CC-921D-3E14-992A910CD4DE}"/>
          </ac:picMkLst>
        </pc:picChg>
      </pc:sldChg>
      <pc:sldChg chg="modSp add del mod modAnim">
        <pc:chgData name="GEUZE Michael" userId="7745a197-f4b0-4247-9e69-96976d9a4300" providerId="ADAL" clId="{715FB63A-ABD8-41CB-95AD-1591DD6946E5}" dt="2023-09-29T09:36:13.871" v="608" actId="47"/>
        <pc:sldMkLst>
          <pc:docMk/>
          <pc:sldMk cId="4171778648" sldId="736"/>
        </pc:sldMkLst>
        <pc:spChg chg="mod">
          <ac:chgData name="GEUZE Michael" userId="7745a197-f4b0-4247-9e69-96976d9a4300" providerId="ADAL" clId="{715FB63A-ABD8-41CB-95AD-1591DD6946E5}" dt="2023-09-29T09:36:07.661" v="607" actId="20577"/>
          <ac:spMkLst>
            <pc:docMk/>
            <pc:sldMk cId="4171778648" sldId="736"/>
            <ac:spMk id="3" creationId="{0EDE8B43-0C4E-FE41-BD84-CB386DE1ACA3}"/>
          </ac:spMkLst>
        </pc:spChg>
        <pc:spChg chg="mod">
          <ac:chgData name="GEUZE Michael" userId="7745a197-f4b0-4247-9e69-96976d9a4300" providerId="ADAL" clId="{715FB63A-ABD8-41CB-95AD-1591DD6946E5}" dt="2023-09-29T09:35:58.673" v="592" actId="5793"/>
          <ac:spMkLst>
            <pc:docMk/>
            <pc:sldMk cId="4171778648" sldId="736"/>
            <ac:spMk id="7" creationId="{7D14C973-23F0-E0E3-ACCF-3E31E009749C}"/>
          </ac:spMkLst>
        </pc:spChg>
      </pc:sldChg>
    </pc:docChg>
  </pc:docChgLst>
  <pc:docChgLst>
    <pc:chgData name="Geuze Michael" userId="280851c0-808d-4d1b-8104-fcbe779a265b" providerId="ADAL" clId="{189B2E00-7C6D-4D2B-9339-8E37C90CA6B6}"/>
    <pc:docChg chg="undo custSel addSld delSld modSld sldOrd addSection delSection">
      <pc:chgData name="Geuze Michael" userId="280851c0-808d-4d1b-8104-fcbe779a265b" providerId="ADAL" clId="{189B2E00-7C6D-4D2B-9339-8E37C90CA6B6}" dt="2023-09-05T12:02:35.053" v="4900" actId="47"/>
      <pc:docMkLst>
        <pc:docMk/>
      </pc:docMkLst>
      <pc:sldChg chg="modSp mod ord">
        <pc:chgData name="Geuze Michael" userId="280851c0-808d-4d1b-8104-fcbe779a265b" providerId="ADAL" clId="{189B2E00-7C6D-4D2B-9339-8E37C90CA6B6}" dt="2023-09-04T10:40:29.282" v="81"/>
        <pc:sldMkLst>
          <pc:docMk/>
          <pc:sldMk cId="1997982663" sldId="707"/>
        </pc:sldMkLst>
        <pc:spChg chg="mod">
          <ac:chgData name="Geuze Michael" userId="280851c0-808d-4d1b-8104-fcbe779a265b" providerId="ADAL" clId="{189B2E00-7C6D-4D2B-9339-8E37C90CA6B6}" dt="2023-09-04T10:40:12.775" v="43" actId="20577"/>
          <ac:spMkLst>
            <pc:docMk/>
            <pc:sldMk cId="1997982663" sldId="707"/>
            <ac:spMk id="4" creationId="{C08E8184-8488-4ED8-8D62-144B4F7AE05B}"/>
          </ac:spMkLst>
        </pc:spChg>
        <pc:spChg chg="mod">
          <ac:chgData name="Geuze Michael" userId="280851c0-808d-4d1b-8104-fcbe779a265b" providerId="ADAL" clId="{189B2E00-7C6D-4D2B-9339-8E37C90CA6B6}" dt="2023-09-04T10:40:26.105" v="79" actId="20577"/>
          <ac:spMkLst>
            <pc:docMk/>
            <pc:sldMk cId="1997982663" sldId="707"/>
            <ac:spMk id="6" creationId="{59F82932-9255-88EC-D9D5-A40E1EB2904F}"/>
          </ac:spMkLst>
        </pc:spChg>
      </pc:sldChg>
      <pc:sldChg chg="del">
        <pc:chgData name="Geuze Michael" userId="280851c0-808d-4d1b-8104-fcbe779a265b" providerId="ADAL" clId="{189B2E00-7C6D-4D2B-9339-8E37C90CA6B6}" dt="2023-09-05T12:02:35.053" v="4900" actId="47"/>
        <pc:sldMkLst>
          <pc:docMk/>
          <pc:sldMk cId="4056359676" sldId="709"/>
        </pc:sldMkLst>
      </pc:sldChg>
      <pc:sldChg chg="del">
        <pc:chgData name="Geuze Michael" userId="280851c0-808d-4d1b-8104-fcbe779a265b" providerId="ADAL" clId="{189B2E00-7C6D-4D2B-9339-8E37C90CA6B6}" dt="2023-09-05T11:23:25.843" v="3534" actId="47"/>
        <pc:sldMkLst>
          <pc:docMk/>
          <pc:sldMk cId="4196227869" sldId="710"/>
        </pc:sldMkLst>
      </pc:sldChg>
      <pc:sldChg chg="del">
        <pc:chgData name="Geuze Michael" userId="280851c0-808d-4d1b-8104-fcbe779a265b" providerId="ADAL" clId="{189B2E00-7C6D-4D2B-9339-8E37C90CA6B6}" dt="2023-09-05T11:23:22.430" v="3533" actId="47"/>
        <pc:sldMkLst>
          <pc:docMk/>
          <pc:sldMk cId="624642209" sldId="712"/>
        </pc:sldMkLst>
      </pc:sldChg>
      <pc:sldChg chg="addSp modSp mod">
        <pc:chgData name="Geuze Michael" userId="280851c0-808d-4d1b-8104-fcbe779a265b" providerId="ADAL" clId="{189B2E00-7C6D-4D2B-9339-8E37C90CA6B6}" dt="2023-09-05T11:25:06.794" v="3644" actId="20577"/>
        <pc:sldMkLst>
          <pc:docMk/>
          <pc:sldMk cId="2823869314" sldId="714"/>
        </pc:sldMkLst>
        <pc:spChg chg="mod">
          <ac:chgData name="Geuze Michael" userId="280851c0-808d-4d1b-8104-fcbe779a265b" providerId="ADAL" clId="{189B2E00-7C6D-4D2B-9339-8E37C90CA6B6}" dt="2023-09-04T10:48:24.122" v="436" actId="20577"/>
          <ac:spMkLst>
            <pc:docMk/>
            <pc:sldMk cId="2823869314" sldId="714"/>
            <ac:spMk id="2" creationId="{646478F0-ECBE-5B48-B3A9-77DAF4604364}"/>
          </ac:spMkLst>
        </pc:spChg>
        <pc:spChg chg="add mod">
          <ac:chgData name="Geuze Michael" userId="280851c0-808d-4d1b-8104-fcbe779a265b" providerId="ADAL" clId="{189B2E00-7C6D-4D2B-9339-8E37C90CA6B6}" dt="2023-09-05T11:25:06.794" v="3644" actId="20577"/>
          <ac:spMkLst>
            <pc:docMk/>
            <pc:sldMk cId="2823869314" sldId="714"/>
            <ac:spMk id="3" creationId="{07B40FCF-8BB5-E9C4-0AE2-6BCD4F74AB90}"/>
          </ac:spMkLst>
        </pc:spChg>
      </pc:sldChg>
      <pc:sldChg chg="addSp delSp modSp mod modClrScheme chgLayout">
        <pc:chgData name="Geuze Michael" userId="280851c0-808d-4d1b-8104-fcbe779a265b" providerId="ADAL" clId="{189B2E00-7C6D-4D2B-9339-8E37C90CA6B6}" dt="2023-09-04T10:54:01.543" v="883" actId="700"/>
        <pc:sldMkLst>
          <pc:docMk/>
          <pc:sldMk cId="3614073984" sldId="715"/>
        </pc:sldMkLst>
        <pc:spChg chg="mod ord">
          <ac:chgData name="Geuze Michael" userId="280851c0-808d-4d1b-8104-fcbe779a265b" providerId="ADAL" clId="{189B2E00-7C6D-4D2B-9339-8E37C90CA6B6}" dt="2023-09-04T10:54:01.543" v="883" actId="700"/>
          <ac:spMkLst>
            <pc:docMk/>
            <pc:sldMk cId="3614073984" sldId="715"/>
            <ac:spMk id="2" creationId="{677FB501-71AB-F149-9932-2CB537F43147}"/>
          </ac:spMkLst>
        </pc:spChg>
        <pc:spChg chg="add del mod ord">
          <ac:chgData name="Geuze Michael" userId="280851c0-808d-4d1b-8104-fcbe779a265b" providerId="ADAL" clId="{189B2E00-7C6D-4D2B-9339-8E37C90CA6B6}" dt="2023-09-04T10:54:01.543" v="883" actId="700"/>
          <ac:spMkLst>
            <pc:docMk/>
            <pc:sldMk cId="3614073984" sldId="715"/>
            <ac:spMk id="3" creationId="{28C8AE78-5E49-A079-3362-C4AEA62E14E5}"/>
          </ac:spMkLst>
        </pc:spChg>
        <pc:spChg chg="add del mod ord">
          <ac:chgData name="Geuze Michael" userId="280851c0-808d-4d1b-8104-fcbe779a265b" providerId="ADAL" clId="{189B2E00-7C6D-4D2B-9339-8E37C90CA6B6}" dt="2023-09-04T10:54:01.543" v="883" actId="700"/>
          <ac:spMkLst>
            <pc:docMk/>
            <pc:sldMk cId="3614073984" sldId="715"/>
            <ac:spMk id="4" creationId="{5A93F562-65F2-6477-2928-2DBAE3753F58}"/>
          </ac:spMkLst>
        </pc:spChg>
      </pc:sldChg>
      <pc:sldChg chg="del">
        <pc:chgData name="Geuze Michael" userId="280851c0-808d-4d1b-8104-fcbe779a265b" providerId="ADAL" clId="{189B2E00-7C6D-4D2B-9339-8E37C90CA6B6}" dt="2023-09-04T13:21:14.995" v="2881" actId="47"/>
        <pc:sldMkLst>
          <pc:docMk/>
          <pc:sldMk cId="1770483592" sldId="716"/>
        </pc:sldMkLst>
      </pc:sldChg>
      <pc:sldChg chg="modSp mod ord">
        <pc:chgData name="Geuze Michael" userId="280851c0-808d-4d1b-8104-fcbe779a265b" providerId="ADAL" clId="{189B2E00-7C6D-4D2B-9339-8E37C90CA6B6}" dt="2023-09-05T11:26:24.365" v="3658" actId="20577"/>
        <pc:sldMkLst>
          <pc:docMk/>
          <pc:sldMk cId="1031644836" sldId="717"/>
        </pc:sldMkLst>
        <pc:spChg chg="mod">
          <ac:chgData name="Geuze Michael" userId="280851c0-808d-4d1b-8104-fcbe779a265b" providerId="ADAL" clId="{189B2E00-7C6D-4D2B-9339-8E37C90CA6B6}" dt="2023-09-05T11:26:24.365" v="3658" actId="20577"/>
          <ac:spMkLst>
            <pc:docMk/>
            <pc:sldMk cId="1031644836" sldId="717"/>
            <ac:spMk id="2" creationId="{756CE28E-2C47-8149-97D4-A48C31C0909A}"/>
          </ac:spMkLst>
        </pc:spChg>
        <pc:spChg chg="mod">
          <ac:chgData name="Geuze Michael" userId="280851c0-808d-4d1b-8104-fcbe779a265b" providerId="ADAL" clId="{189B2E00-7C6D-4D2B-9339-8E37C90CA6B6}" dt="2023-09-04T10:52:32.381" v="878"/>
          <ac:spMkLst>
            <pc:docMk/>
            <pc:sldMk cId="1031644836" sldId="717"/>
            <ac:spMk id="3" creationId="{0EDE8B43-0C4E-FE41-BD84-CB386DE1ACA3}"/>
          </ac:spMkLst>
        </pc:spChg>
      </pc:sldChg>
      <pc:sldChg chg="del">
        <pc:chgData name="Geuze Michael" userId="280851c0-808d-4d1b-8104-fcbe779a265b" providerId="ADAL" clId="{189B2E00-7C6D-4D2B-9339-8E37C90CA6B6}" dt="2023-09-04T13:21:14.995" v="2881" actId="47"/>
        <pc:sldMkLst>
          <pc:docMk/>
          <pc:sldMk cId="442324545" sldId="718"/>
        </pc:sldMkLst>
      </pc:sldChg>
      <pc:sldChg chg="del">
        <pc:chgData name="Geuze Michael" userId="280851c0-808d-4d1b-8104-fcbe779a265b" providerId="ADAL" clId="{189B2E00-7C6D-4D2B-9339-8E37C90CA6B6}" dt="2023-09-04T13:21:14.995" v="2881" actId="47"/>
        <pc:sldMkLst>
          <pc:docMk/>
          <pc:sldMk cId="3632552270" sldId="719"/>
        </pc:sldMkLst>
      </pc:sldChg>
      <pc:sldChg chg="del">
        <pc:chgData name="Geuze Michael" userId="280851c0-808d-4d1b-8104-fcbe779a265b" providerId="ADAL" clId="{189B2E00-7C6D-4D2B-9339-8E37C90CA6B6}" dt="2023-09-04T13:21:14.995" v="2881" actId="47"/>
        <pc:sldMkLst>
          <pc:docMk/>
          <pc:sldMk cId="4251704778" sldId="720"/>
        </pc:sldMkLst>
      </pc:sldChg>
      <pc:sldChg chg="del">
        <pc:chgData name="Geuze Michael" userId="280851c0-808d-4d1b-8104-fcbe779a265b" providerId="ADAL" clId="{189B2E00-7C6D-4D2B-9339-8E37C90CA6B6}" dt="2023-09-04T13:21:14.995" v="2881" actId="47"/>
        <pc:sldMkLst>
          <pc:docMk/>
          <pc:sldMk cId="1014322505" sldId="721"/>
        </pc:sldMkLst>
      </pc:sldChg>
      <pc:sldChg chg="del">
        <pc:chgData name="Geuze Michael" userId="280851c0-808d-4d1b-8104-fcbe779a265b" providerId="ADAL" clId="{189B2E00-7C6D-4D2B-9339-8E37C90CA6B6}" dt="2023-09-04T13:21:14.995" v="2881" actId="47"/>
        <pc:sldMkLst>
          <pc:docMk/>
          <pc:sldMk cId="2626256304" sldId="722"/>
        </pc:sldMkLst>
      </pc:sldChg>
      <pc:sldChg chg="addSp delSp modSp new del mod modClrScheme chgLayout">
        <pc:chgData name="Geuze Michael" userId="280851c0-808d-4d1b-8104-fcbe779a265b" providerId="ADAL" clId="{189B2E00-7C6D-4D2B-9339-8E37C90CA6B6}" dt="2023-09-04T10:52:41.156" v="881" actId="47"/>
        <pc:sldMkLst>
          <pc:docMk/>
          <pc:sldMk cId="2387355010" sldId="723"/>
        </pc:sldMkLst>
        <pc:spChg chg="del mod ord">
          <ac:chgData name="Geuze Michael" userId="280851c0-808d-4d1b-8104-fcbe779a265b" providerId="ADAL" clId="{189B2E00-7C6D-4D2B-9339-8E37C90CA6B6}" dt="2023-09-04T10:41:08.793" v="83" actId="700"/>
          <ac:spMkLst>
            <pc:docMk/>
            <pc:sldMk cId="2387355010" sldId="723"/>
            <ac:spMk id="2" creationId="{052F0234-8CBE-C278-BEF4-ADF62C8A0C1C}"/>
          </ac:spMkLst>
        </pc:spChg>
        <pc:spChg chg="del">
          <ac:chgData name="Geuze Michael" userId="280851c0-808d-4d1b-8104-fcbe779a265b" providerId="ADAL" clId="{189B2E00-7C6D-4D2B-9339-8E37C90CA6B6}" dt="2023-09-04T10:41:08.793" v="83" actId="700"/>
          <ac:spMkLst>
            <pc:docMk/>
            <pc:sldMk cId="2387355010" sldId="723"/>
            <ac:spMk id="3" creationId="{3B0C8EBE-9343-F5B9-7126-6367D6B9F946}"/>
          </ac:spMkLst>
        </pc:spChg>
        <pc:spChg chg="add mod ord">
          <ac:chgData name="Geuze Michael" userId="280851c0-808d-4d1b-8104-fcbe779a265b" providerId="ADAL" clId="{189B2E00-7C6D-4D2B-9339-8E37C90CA6B6}" dt="2023-09-04T10:49:26.354" v="495" actId="20577"/>
          <ac:spMkLst>
            <pc:docMk/>
            <pc:sldMk cId="2387355010" sldId="723"/>
            <ac:spMk id="4" creationId="{E0C67275-C6B8-C2D9-15EA-BC09F0CA8154}"/>
          </ac:spMkLst>
        </pc:spChg>
        <pc:spChg chg="add mod ord">
          <ac:chgData name="Geuze Michael" userId="280851c0-808d-4d1b-8104-fcbe779a265b" providerId="ADAL" clId="{189B2E00-7C6D-4D2B-9339-8E37C90CA6B6}" dt="2023-09-04T10:51:33.630" v="873" actId="6549"/>
          <ac:spMkLst>
            <pc:docMk/>
            <pc:sldMk cId="2387355010" sldId="723"/>
            <ac:spMk id="5" creationId="{4938B602-C3B7-5F99-FC19-6258FE9FAAFF}"/>
          </ac:spMkLst>
        </pc:spChg>
      </pc:sldChg>
      <pc:sldChg chg="addSp modSp add mod">
        <pc:chgData name="Geuze Michael" userId="280851c0-808d-4d1b-8104-fcbe779a265b" providerId="ADAL" clId="{189B2E00-7C6D-4D2B-9339-8E37C90CA6B6}" dt="2023-09-05T11:41:21.618" v="4585" actId="1076"/>
        <pc:sldMkLst>
          <pc:docMk/>
          <pc:sldMk cId="384043658" sldId="724"/>
        </pc:sldMkLst>
        <pc:spChg chg="mod">
          <ac:chgData name="Geuze Michael" userId="280851c0-808d-4d1b-8104-fcbe779a265b" providerId="ADAL" clId="{189B2E00-7C6D-4D2B-9339-8E37C90CA6B6}" dt="2023-09-05T11:21:46.380" v="3532" actId="20577"/>
          <ac:spMkLst>
            <pc:docMk/>
            <pc:sldMk cId="384043658" sldId="724"/>
            <ac:spMk id="2" creationId="{756CE28E-2C47-8149-97D4-A48C31C0909A}"/>
          </ac:spMkLst>
        </pc:spChg>
        <pc:spChg chg="mod">
          <ac:chgData name="Geuze Michael" userId="280851c0-808d-4d1b-8104-fcbe779a265b" providerId="ADAL" clId="{189B2E00-7C6D-4D2B-9339-8E37C90CA6B6}" dt="2023-09-04T12:12:01.521" v="1411" actId="14100"/>
          <ac:spMkLst>
            <pc:docMk/>
            <pc:sldMk cId="384043658" sldId="724"/>
            <ac:spMk id="3" creationId="{0EDE8B43-0C4E-FE41-BD84-CB386DE1ACA3}"/>
          </ac:spMkLst>
        </pc:spChg>
        <pc:picChg chg="add mod">
          <ac:chgData name="Geuze Michael" userId="280851c0-808d-4d1b-8104-fcbe779a265b" providerId="ADAL" clId="{189B2E00-7C6D-4D2B-9339-8E37C90CA6B6}" dt="2023-09-05T11:41:21.618" v="4585" actId="1076"/>
          <ac:picMkLst>
            <pc:docMk/>
            <pc:sldMk cId="384043658" sldId="724"/>
            <ac:picMk id="6" creationId="{14D49093-221C-4183-3ACB-B97A9A326577}"/>
          </ac:picMkLst>
        </pc:picChg>
      </pc:sldChg>
      <pc:sldChg chg="addSp delSp modSp add mod modNotesTx">
        <pc:chgData name="Geuze Michael" userId="280851c0-808d-4d1b-8104-fcbe779a265b" providerId="ADAL" clId="{189B2E00-7C6D-4D2B-9339-8E37C90CA6B6}" dt="2023-09-05T11:41:14.208" v="4583" actId="20577"/>
        <pc:sldMkLst>
          <pc:docMk/>
          <pc:sldMk cId="230790363" sldId="725"/>
        </pc:sldMkLst>
        <pc:spChg chg="mod">
          <ac:chgData name="Geuze Michael" userId="280851c0-808d-4d1b-8104-fcbe779a265b" providerId="ADAL" clId="{189B2E00-7C6D-4D2B-9339-8E37C90CA6B6}" dt="2023-09-05T11:33:07.233" v="3748" actId="20577"/>
          <ac:spMkLst>
            <pc:docMk/>
            <pc:sldMk cId="230790363" sldId="725"/>
            <ac:spMk id="2" creationId="{756CE28E-2C47-8149-97D4-A48C31C0909A}"/>
          </ac:spMkLst>
        </pc:spChg>
        <pc:spChg chg="mod">
          <ac:chgData name="Geuze Michael" userId="280851c0-808d-4d1b-8104-fcbe779a265b" providerId="ADAL" clId="{189B2E00-7C6D-4D2B-9339-8E37C90CA6B6}" dt="2023-09-04T12:12:59.065" v="1437" actId="14100"/>
          <ac:spMkLst>
            <pc:docMk/>
            <pc:sldMk cId="230790363" sldId="725"/>
            <ac:spMk id="3" creationId="{0EDE8B43-0C4E-FE41-BD84-CB386DE1ACA3}"/>
          </ac:spMkLst>
        </pc:spChg>
        <pc:picChg chg="add del">
          <ac:chgData name="Geuze Michael" userId="280851c0-808d-4d1b-8104-fcbe779a265b" providerId="ADAL" clId="{189B2E00-7C6D-4D2B-9339-8E37C90CA6B6}" dt="2023-09-05T11:30:12.228" v="3681" actId="478"/>
          <ac:picMkLst>
            <pc:docMk/>
            <pc:sldMk cId="230790363" sldId="725"/>
            <ac:picMk id="6" creationId="{937DF227-23F6-B3AC-5A87-4532731689DD}"/>
          </ac:picMkLst>
        </pc:picChg>
        <pc:picChg chg="add del">
          <ac:chgData name="Geuze Michael" userId="280851c0-808d-4d1b-8104-fcbe779a265b" providerId="ADAL" clId="{189B2E00-7C6D-4D2B-9339-8E37C90CA6B6}" dt="2023-09-04T12:17:16.321" v="1484" actId="22"/>
          <ac:picMkLst>
            <pc:docMk/>
            <pc:sldMk cId="230790363" sldId="725"/>
            <ac:picMk id="6" creationId="{C1C49221-E1D3-E6E3-D755-B88915199F64}"/>
          </ac:picMkLst>
        </pc:picChg>
        <pc:picChg chg="add del">
          <ac:chgData name="Geuze Michael" userId="280851c0-808d-4d1b-8104-fcbe779a265b" providerId="ADAL" clId="{189B2E00-7C6D-4D2B-9339-8E37C90CA6B6}" dt="2023-09-05T11:30:15.215" v="3683" actId="478"/>
          <ac:picMkLst>
            <pc:docMk/>
            <pc:sldMk cId="230790363" sldId="725"/>
            <ac:picMk id="8" creationId="{8B39F866-9900-72C1-8407-CF69A7A1D876}"/>
          </ac:picMkLst>
        </pc:picChg>
        <pc:picChg chg="add del">
          <ac:chgData name="Geuze Michael" userId="280851c0-808d-4d1b-8104-fcbe779a265b" providerId="ADAL" clId="{189B2E00-7C6D-4D2B-9339-8E37C90CA6B6}" dt="2023-09-05T11:30:22.095" v="3685" actId="478"/>
          <ac:picMkLst>
            <pc:docMk/>
            <pc:sldMk cId="230790363" sldId="725"/>
            <ac:picMk id="10" creationId="{43CBBB15-64EB-22F2-0D1B-91C889A55C44}"/>
          </ac:picMkLst>
        </pc:picChg>
        <pc:picChg chg="add del">
          <ac:chgData name="Geuze Michael" userId="280851c0-808d-4d1b-8104-fcbe779a265b" providerId="ADAL" clId="{189B2E00-7C6D-4D2B-9339-8E37C90CA6B6}" dt="2023-09-05T11:30:28.793" v="3687" actId="478"/>
          <ac:picMkLst>
            <pc:docMk/>
            <pc:sldMk cId="230790363" sldId="725"/>
            <ac:picMk id="12" creationId="{D881FA45-3C85-E1FE-76DC-D75ECE0A5207}"/>
          </ac:picMkLst>
        </pc:picChg>
        <pc:picChg chg="add del mod">
          <ac:chgData name="Geuze Michael" userId="280851c0-808d-4d1b-8104-fcbe779a265b" providerId="ADAL" clId="{189B2E00-7C6D-4D2B-9339-8E37C90CA6B6}" dt="2023-09-05T11:30:36.713" v="3691" actId="478"/>
          <ac:picMkLst>
            <pc:docMk/>
            <pc:sldMk cId="230790363" sldId="725"/>
            <ac:picMk id="14" creationId="{B86FAD61-665D-A13E-36BD-CD39169FEAF8}"/>
          </ac:picMkLst>
        </pc:picChg>
        <pc:picChg chg="add del mod">
          <ac:chgData name="Geuze Michael" userId="280851c0-808d-4d1b-8104-fcbe779a265b" providerId="ADAL" clId="{189B2E00-7C6D-4D2B-9339-8E37C90CA6B6}" dt="2023-09-05T11:30:46.174" v="3696"/>
          <ac:picMkLst>
            <pc:docMk/>
            <pc:sldMk cId="230790363" sldId="725"/>
            <ac:picMk id="16" creationId="{0D8A3F61-9032-FE52-CC4F-40D284576899}"/>
          </ac:picMkLst>
        </pc:picChg>
        <pc:picChg chg="add mod modCrop">
          <ac:chgData name="Geuze Michael" userId="280851c0-808d-4d1b-8104-fcbe779a265b" providerId="ADAL" clId="{189B2E00-7C6D-4D2B-9339-8E37C90CA6B6}" dt="2023-09-05T11:33:15.591" v="3750" actId="1076"/>
          <ac:picMkLst>
            <pc:docMk/>
            <pc:sldMk cId="230790363" sldId="725"/>
            <ac:picMk id="18" creationId="{F4E81B0C-8DB1-ABB4-ADAF-C83D0CE3519E}"/>
          </ac:picMkLst>
        </pc:picChg>
      </pc:sldChg>
      <pc:sldChg chg="addSp modSp add del mod modClrScheme chgLayout">
        <pc:chgData name="Geuze Michael" userId="280851c0-808d-4d1b-8104-fcbe779a265b" providerId="ADAL" clId="{189B2E00-7C6D-4D2B-9339-8E37C90CA6B6}" dt="2023-09-04T12:14:06.976" v="1480" actId="47"/>
        <pc:sldMkLst>
          <pc:docMk/>
          <pc:sldMk cId="117573939" sldId="726"/>
        </pc:sldMkLst>
        <pc:spChg chg="mod ord">
          <ac:chgData name="Geuze Michael" userId="280851c0-808d-4d1b-8104-fcbe779a265b" providerId="ADAL" clId="{189B2E00-7C6D-4D2B-9339-8E37C90CA6B6}" dt="2023-09-04T12:14:02.109" v="1479" actId="700"/>
          <ac:spMkLst>
            <pc:docMk/>
            <pc:sldMk cId="117573939" sldId="726"/>
            <ac:spMk id="2" creationId="{756CE28E-2C47-8149-97D4-A48C31C0909A}"/>
          </ac:spMkLst>
        </pc:spChg>
        <pc:spChg chg="mod ord">
          <ac:chgData name="Geuze Michael" userId="280851c0-808d-4d1b-8104-fcbe779a265b" providerId="ADAL" clId="{189B2E00-7C6D-4D2B-9339-8E37C90CA6B6}" dt="2023-09-04T12:14:02.109" v="1479" actId="700"/>
          <ac:spMkLst>
            <pc:docMk/>
            <pc:sldMk cId="117573939" sldId="726"/>
            <ac:spMk id="3" creationId="{0EDE8B43-0C4E-FE41-BD84-CB386DE1ACA3}"/>
          </ac:spMkLst>
        </pc:spChg>
        <pc:spChg chg="mod ord">
          <ac:chgData name="Geuze Michael" userId="280851c0-808d-4d1b-8104-fcbe779a265b" providerId="ADAL" clId="{189B2E00-7C6D-4D2B-9339-8E37C90CA6B6}" dt="2023-09-04T12:14:02.109" v="1479" actId="700"/>
          <ac:spMkLst>
            <pc:docMk/>
            <pc:sldMk cId="117573939" sldId="726"/>
            <ac:spMk id="4" creationId="{6FFFD4EE-82D0-F147-A153-70DD8D9D8EBA}"/>
          </ac:spMkLst>
        </pc:spChg>
        <pc:spChg chg="add mod ord">
          <ac:chgData name="Geuze Michael" userId="280851c0-808d-4d1b-8104-fcbe779a265b" providerId="ADAL" clId="{189B2E00-7C6D-4D2B-9339-8E37C90CA6B6}" dt="2023-09-04T12:14:02.109" v="1479" actId="700"/>
          <ac:spMkLst>
            <pc:docMk/>
            <pc:sldMk cId="117573939" sldId="726"/>
            <ac:spMk id="5" creationId="{063DC67D-404B-F23E-FE11-38C9D18D1061}"/>
          </ac:spMkLst>
        </pc:spChg>
      </pc:sldChg>
      <pc:sldChg chg="addSp delSp modSp new mod modClrScheme chgLayout">
        <pc:chgData name="Geuze Michael" userId="280851c0-808d-4d1b-8104-fcbe779a265b" providerId="ADAL" clId="{189B2E00-7C6D-4D2B-9339-8E37C90CA6B6}" dt="2023-09-04T12:29:59.132" v="1982" actId="20577"/>
        <pc:sldMkLst>
          <pc:docMk/>
          <pc:sldMk cId="2881697699" sldId="726"/>
        </pc:sldMkLst>
        <pc:spChg chg="add del mod">
          <ac:chgData name="Geuze Michael" userId="280851c0-808d-4d1b-8104-fcbe779a265b" providerId="ADAL" clId="{189B2E00-7C6D-4D2B-9339-8E37C90CA6B6}" dt="2023-09-04T12:29:59.132" v="1982" actId="20577"/>
          <ac:spMkLst>
            <pc:docMk/>
            <pc:sldMk cId="2881697699" sldId="726"/>
            <ac:spMk id="2" creationId="{103E61F1-2678-662A-0B6A-FB92CA6042BA}"/>
          </ac:spMkLst>
        </pc:spChg>
        <pc:spChg chg="add del mod">
          <ac:chgData name="Geuze Michael" userId="280851c0-808d-4d1b-8104-fcbe779a265b" providerId="ADAL" clId="{189B2E00-7C6D-4D2B-9339-8E37C90CA6B6}" dt="2023-09-04T12:28:28.360" v="1665" actId="20577"/>
          <ac:spMkLst>
            <pc:docMk/>
            <pc:sldMk cId="2881697699" sldId="726"/>
            <ac:spMk id="3" creationId="{6D99C7ED-7E0A-EB0C-792D-6473E8C013B6}"/>
          </ac:spMkLst>
        </pc:spChg>
        <pc:spChg chg="mod ord">
          <ac:chgData name="Geuze Michael" userId="280851c0-808d-4d1b-8104-fcbe779a265b" providerId="ADAL" clId="{189B2E00-7C6D-4D2B-9339-8E37C90CA6B6}" dt="2023-09-04T12:17:19.004" v="1485" actId="700"/>
          <ac:spMkLst>
            <pc:docMk/>
            <pc:sldMk cId="2881697699" sldId="726"/>
            <ac:spMk id="4" creationId="{BA20BD70-1EA3-0F94-8185-ED7A47D429BA}"/>
          </ac:spMkLst>
        </pc:spChg>
        <pc:spChg chg="add del mod ord">
          <ac:chgData name="Geuze Michael" userId="280851c0-808d-4d1b-8104-fcbe779a265b" providerId="ADAL" clId="{189B2E00-7C6D-4D2B-9339-8E37C90CA6B6}" dt="2023-09-04T12:17:19.004" v="1485" actId="700"/>
          <ac:spMkLst>
            <pc:docMk/>
            <pc:sldMk cId="2881697699" sldId="726"/>
            <ac:spMk id="5" creationId="{4919C7D6-55A6-A117-C504-8EA236C866CC}"/>
          </ac:spMkLst>
        </pc:spChg>
      </pc:sldChg>
      <pc:sldChg chg="addSp delSp modSp new del mod modClrScheme chgLayout">
        <pc:chgData name="Geuze Michael" userId="280851c0-808d-4d1b-8104-fcbe779a265b" providerId="ADAL" clId="{189B2E00-7C6D-4D2B-9339-8E37C90CA6B6}" dt="2023-09-04T13:14:08.361" v="2463" actId="47"/>
        <pc:sldMkLst>
          <pc:docMk/>
          <pc:sldMk cId="2831794508" sldId="727"/>
        </pc:sldMkLst>
        <pc:spChg chg="del">
          <ac:chgData name="Geuze Michael" userId="280851c0-808d-4d1b-8104-fcbe779a265b" providerId="ADAL" clId="{189B2E00-7C6D-4D2B-9339-8E37C90CA6B6}" dt="2023-09-04T12:17:28.727" v="1487" actId="700"/>
          <ac:spMkLst>
            <pc:docMk/>
            <pc:sldMk cId="2831794508" sldId="727"/>
            <ac:spMk id="2" creationId="{AEF588C3-F7BE-2725-B203-35BEBA359D76}"/>
          </ac:spMkLst>
        </pc:spChg>
        <pc:spChg chg="del">
          <ac:chgData name="Geuze Michael" userId="280851c0-808d-4d1b-8104-fcbe779a265b" providerId="ADAL" clId="{189B2E00-7C6D-4D2B-9339-8E37C90CA6B6}" dt="2023-09-04T12:17:28.727" v="1487" actId="700"/>
          <ac:spMkLst>
            <pc:docMk/>
            <pc:sldMk cId="2831794508" sldId="727"/>
            <ac:spMk id="3" creationId="{6B2CD0A8-CF8C-30BC-F460-703249067BE9}"/>
          </ac:spMkLst>
        </pc:spChg>
        <pc:spChg chg="mod ord">
          <ac:chgData name="Geuze Michael" userId="280851c0-808d-4d1b-8104-fcbe779a265b" providerId="ADAL" clId="{189B2E00-7C6D-4D2B-9339-8E37C90CA6B6}" dt="2023-09-04T12:17:28.727" v="1487" actId="700"/>
          <ac:spMkLst>
            <pc:docMk/>
            <pc:sldMk cId="2831794508" sldId="727"/>
            <ac:spMk id="4" creationId="{DDFFFBA2-EB5E-17DB-2A79-F5CE1B4C8EDD}"/>
          </ac:spMkLst>
        </pc:spChg>
        <pc:spChg chg="add mod ord">
          <ac:chgData name="Geuze Michael" userId="280851c0-808d-4d1b-8104-fcbe779a265b" providerId="ADAL" clId="{189B2E00-7C6D-4D2B-9339-8E37C90CA6B6}" dt="2023-09-04T12:17:28.727" v="1487" actId="700"/>
          <ac:spMkLst>
            <pc:docMk/>
            <pc:sldMk cId="2831794508" sldId="727"/>
            <ac:spMk id="5" creationId="{70EC7213-0CB5-4222-ECB4-29A5E72E1710}"/>
          </ac:spMkLst>
        </pc:spChg>
        <pc:spChg chg="add del mod ord">
          <ac:chgData name="Geuze Michael" userId="280851c0-808d-4d1b-8104-fcbe779a265b" providerId="ADAL" clId="{189B2E00-7C6D-4D2B-9339-8E37C90CA6B6}" dt="2023-09-04T12:24:56.615" v="1521" actId="22"/>
          <ac:spMkLst>
            <pc:docMk/>
            <pc:sldMk cId="2831794508" sldId="727"/>
            <ac:spMk id="6" creationId="{1AA1936D-0F77-0417-ABCC-63B426484CE8}"/>
          </ac:spMkLst>
        </pc:spChg>
        <pc:picChg chg="add del mod ord">
          <ac:chgData name="Geuze Michael" userId="280851c0-808d-4d1b-8104-fcbe779a265b" providerId="ADAL" clId="{189B2E00-7C6D-4D2B-9339-8E37C90CA6B6}" dt="2023-09-04T12:18:01.177" v="1493" actId="22"/>
          <ac:picMkLst>
            <pc:docMk/>
            <pc:sldMk cId="2831794508" sldId="727"/>
            <ac:picMk id="8" creationId="{72FDF520-1412-6A43-F9D7-86AC289FEF2D}"/>
          </ac:picMkLst>
        </pc:picChg>
        <pc:picChg chg="add del">
          <ac:chgData name="Geuze Michael" userId="280851c0-808d-4d1b-8104-fcbe779a265b" providerId="ADAL" clId="{189B2E00-7C6D-4D2B-9339-8E37C90CA6B6}" dt="2023-09-04T12:17:59.689" v="1492" actId="22"/>
          <ac:picMkLst>
            <pc:docMk/>
            <pc:sldMk cId="2831794508" sldId="727"/>
            <ac:picMk id="10" creationId="{0DC5C995-1645-036E-CB45-9BA919EF9B39}"/>
          </ac:picMkLst>
        </pc:picChg>
        <pc:picChg chg="add del mod ord">
          <ac:chgData name="Geuze Michael" userId="280851c0-808d-4d1b-8104-fcbe779a265b" providerId="ADAL" clId="{189B2E00-7C6D-4D2B-9339-8E37C90CA6B6}" dt="2023-09-04T12:18:25.863" v="1495" actId="22"/>
          <ac:picMkLst>
            <pc:docMk/>
            <pc:sldMk cId="2831794508" sldId="727"/>
            <ac:picMk id="12" creationId="{B067A00D-36D8-0AFD-51F1-33D39C4ED67E}"/>
          </ac:picMkLst>
        </pc:picChg>
        <pc:picChg chg="add del mod ord">
          <ac:chgData name="Geuze Michael" userId="280851c0-808d-4d1b-8104-fcbe779a265b" providerId="ADAL" clId="{189B2E00-7C6D-4D2B-9339-8E37C90CA6B6}" dt="2023-09-04T12:20:25.124" v="1497" actId="22"/>
          <ac:picMkLst>
            <pc:docMk/>
            <pc:sldMk cId="2831794508" sldId="727"/>
            <ac:picMk id="14" creationId="{564D7331-E2F5-E3C4-207C-E0237AEE4D53}"/>
          </ac:picMkLst>
        </pc:picChg>
        <pc:picChg chg="add del mod ord">
          <ac:chgData name="Geuze Michael" userId="280851c0-808d-4d1b-8104-fcbe779a265b" providerId="ADAL" clId="{189B2E00-7C6D-4D2B-9339-8E37C90CA6B6}" dt="2023-09-04T12:20:30.190" v="1499" actId="22"/>
          <ac:picMkLst>
            <pc:docMk/>
            <pc:sldMk cId="2831794508" sldId="727"/>
            <ac:picMk id="16" creationId="{F0B41C87-59D5-79A2-AB15-C856BE8F65BA}"/>
          </ac:picMkLst>
        </pc:picChg>
        <pc:picChg chg="add del mod ord">
          <ac:chgData name="Geuze Michael" userId="280851c0-808d-4d1b-8104-fcbe779a265b" providerId="ADAL" clId="{189B2E00-7C6D-4D2B-9339-8E37C90CA6B6}" dt="2023-09-04T12:23:53.697" v="1503" actId="22"/>
          <ac:picMkLst>
            <pc:docMk/>
            <pc:sldMk cId="2831794508" sldId="727"/>
            <ac:picMk id="18" creationId="{E6F594CC-E707-9070-3340-327D20EBBA51}"/>
          </ac:picMkLst>
        </pc:picChg>
        <pc:picChg chg="add del mod ord">
          <ac:chgData name="Geuze Michael" userId="280851c0-808d-4d1b-8104-fcbe779a265b" providerId="ADAL" clId="{189B2E00-7C6D-4D2B-9339-8E37C90CA6B6}" dt="2023-09-04T12:24:56.615" v="1521" actId="22"/>
          <ac:picMkLst>
            <pc:docMk/>
            <pc:sldMk cId="2831794508" sldId="727"/>
            <ac:picMk id="20" creationId="{71938ABE-6773-6C44-7902-50B31F3633E1}"/>
          </ac:picMkLst>
        </pc:picChg>
      </pc:sldChg>
      <pc:sldChg chg="addSp delSp modSp new del mod modClrScheme chgLayout">
        <pc:chgData name="Geuze Michael" userId="280851c0-808d-4d1b-8104-fcbe779a265b" providerId="ADAL" clId="{189B2E00-7C6D-4D2B-9339-8E37C90CA6B6}" dt="2023-09-04T13:14:19.201" v="2464" actId="47"/>
        <pc:sldMkLst>
          <pc:docMk/>
          <pc:sldMk cId="333882971" sldId="728"/>
        </pc:sldMkLst>
        <pc:spChg chg="del">
          <ac:chgData name="Geuze Michael" userId="280851c0-808d-4d1b-8104-fcbe779a265b" providerId="ADAL" clId="{189B2E00-7C6D-4D2B-9339-8E37C90CA6B6}" dt="2023-09-04T12:30:14.934" v="1984" actId="700"/>
          <ac:spMkLst>
            <pc:docMk/>
            <pc:sldMk cId="333882971" sldId="728"/>
            <ac:spMk id="2" creationId="{C08A3160-318D-6C6A-30C4-88074D3FB9DE}"/>
          </ac:spMkLst>
        </pc:spChg>
        <pc:spChg chg="del">
          <ac:chgData name="Geuze Michael" userId="280851c0-808d-4d1b-8104-fcbe779a265b" providerId="ADAL" clId="{189B2E00-7C6D-4D2B-9339-8E37C90CA6B6}" dt="2023-09-04T12:30:14.934" v="1984" actId="700"/>
          <ac:spMkLst>
            <pc:docMk/>
            <pc:sldMk cId="333882971" sldId="728"/>
            <ac:spMk id="3" creationId="{AC6BDDFA-0D9B-AE51-B9AD-74247AD614EF}"/>
          </ac:spMkLst>
        </pc:spChg>
        <pc:spChg chg="mod ord">
          <ac:chgData name="Geuze Michael" userId="280851c0-808d-4d1b-8104-fcbe779a265b" providerId="ADAL" clId="{189B2E00-7C6D-4D2B-9339-8E37C90CA6B6}" dt="2023-09-04T12:30:14.934" v="1984" actId="700"/>
          <ac:spMkLst>
            <pc:docMk/>
            <pc:sldMk cId="333882971" sldId="728"/>
            <ac:spMk id="4" creationId="{92699D00-B649-1E30-6C32-76708EC61426}"/>
          </ac:spMkLst>
        </pc:spChg>
        <pc:spChg chg="add del mod ord">
          <ac:chgData name="Geuze Michael" userId="280851c0-808d-4d1b-8104-fcbe779a265b" providerId="ADAL" clId="{189B2E00-7C6D-4D2B-9339-8E37C90CA6B6}" dt="2023-09-04T12:35:35.956" v="1987" actId="931"/>
          <ac:spMkLst>
            <pc:docMk/>
            <pc:sldMk cId="333882971" sldId="728"/>
            <ac:spMk id="5" creationId="{131D3590-E0B1-8BB9-16F7-4047483D8F58}"/>
          </ac:spMkLst>
        </pc:spChg>
        <pc:spChg chg="add del mod">
          <ac:chgData name="Geuze Michael" userId="280851c0-808d-4d1b-8104-fcbe779a265b" providerId="ADAL" clId="{189B2E00-7C6D-4D2B-9339-8E37C90CA6B6}" dt="2023-09-04T12:37:43.558" v="2005" actId="478"/>
          <ac:spMkLst>
            <pc:docMk/>
            <pc:sldMk cId="333882971" sldId="728"/>
            <ac:spMk id="11" creationId="{9CE7DE96-D6AA-E5DB-E4D8-79541EAF86B3}"/>
          </ac:spMkLst>
        </pc:spChg>
        <pc:picChg chg="add del">
          <ac:chgData name="Geuze Michael" userId="280851c0-808d-4d1b-8104-fcbe779a265b" providerId="ADAL" clId="{189B2E00-7C6D-4D2B-9339-8E37C90CA6B6}" dt="2023-09-04T12:35:20.683" v="1986" actId="22"/>
          <ac:picMkLst>
            <pc:docMk/>
            <pc:sldMk cId="333882971" sldId="728"/>
            <ac:picMk id="7" creationId="{D3A8A7ED-950D-C8E7-6F5D-A00AF354E455}"/>
          </ac:picMkLst>
        </pc:picChg>
        <pc:picChg chg="add del mod">
          <ac:chgData name="Geuze Michael" userId="280851c0-808d-4d1b-8104-fcbe779a265b" providerId="ADAL" clId="{189B2E00-7C6D-4D2B-9339-8E37C90CA6B6}" dt="2023-09-04T12:36:00.122" v="1991" actId="478"/>
          <ac:picMkLst>
            <pc:docMk/>
            <pc:sldMk cId="333882971" sldId="728"/>
            <ac:picMk id="9" creationId="{42E712F9-9488-254D-4434-2A785E99A791}"/>
          </ac:picMkLst>
        </pc:picChg>
        <pc:picChg chg="add del mod">
          <ac:chgData name="Geuze Michael" userId="280851c0-808d-4d1b-8104-fcbe779a265b" providerId="ADAL" clId="{189B2E00-7C6D-4D2B-9339-8E37C90CA6B6}" dt="2023-09-04T12:36:27.885" v="1996" actId="478"/>
          <ac:picMkLst>
            <pc:docMk/>
            <pc:sldMk cId="333882971" sldId="728"/>
            <ac:picMk id="13" creationId="{F735D4E6-5194-2335-75D5-A5E355C3DA3D}"/>
          </ac:picMkLst>
        </pc:picChg>
        <pc:picChg chg="add mod">
          <ac:chgData name="Geuze Michael" userId="280851c0-808d-4d1b-8104-fcbe779a265b" providerId="ADAL" clId="{189B2E00-7C6D-4D2B-9339-8E37C90CA6B6}" dt="2023-09-04T12:38:24.207" v="2017" actId="1076"/>
          <ac:picMkLst>
            <pc:docMk/>
            <pc:sldMk cId="333882971" sldId="728"/>
            <ac:picMk id="15" creationId="{E64F4B74-796C-D59F-DD80-3E818B55DBF5}"/>
          </ac:picMkLst>
        </pc:picChg>
        <pc:picChg chg="add del">
          <ac:chgData name="Geuze Michael" userId="280851c0-808d-4d1b-8104-fcbe779a265b" providerId="ADAL" clId="{189B2E00-7C6D-4D2B-9339-8E37C90CA6B6}" dt="2023-09-04T12:37:49.627" v="2007" actId="22"/>
          <ac:picMkLst>
            <pc:docMk/>
            <pc:sldMk cId="333882971" sldId="728"/>
            <ac:picMk id="17" creationId="{8D5174C5-BF08-5605-AF0C-A498A6E6C592}"/>
          </ac:picMkLst>
        </pc:picChg>
      </pc:sldChg>
      <pc:sldChg chg="addSp delSp modSp new del mod modClrScheme chgLayout">
        <pc:chgData name="Geuze Michael" userId="280851c0-808d-4d1b-8104-fcbe779a265b" providerId="ADAL" clId="{189B2E00-7C6D-4D2B-9339-8E37C90CA6B6}" dt="2023-09-04T13:14:01.650" v="2462" actId="47"/>
        <pc:sldMkLst>
          <pc:docMk/>
          <pc:sldMk cId="2678020634" sldId="729"/>
        </pc:sldMkLst>
        <pc:spChg chg="del mod ord">
          <ac:chgData name="Geuze Michael" userId="280851c0-808d-4d1b-8104-fcbe779a265b" providerId="ADAL" clId="{189B2E00-7C6D-4D2B-9339-8E37C90CA6B6}" dt="2023-09-04T12:37:56.325" v="2009" actId="700"/>
          <ac:spMkLst>
            <pc:docMk/>
            <pc:sldMk cId="2678020634" sldId="729"/>
            <ac:spMk id="2" creationId="{985F1FB8-C30E-AB96-8B0F-FE92429CEA24}"/>
          </ac:spMkLst>
        </pc:spChg>
        <pc:spChg chg="mod ord">
          <ac:chgData name="Geuze Michael" userId="280851c0-808d-4d1b-8104-fcbe779a265b" providerId="ADAL" clId="{189B2E00-7C6D-4D2B-9339-8E37C90CA6B6}" dt="2023-09-04T12:37:56.325" v="2009" actId="700"/>
          <ac:spMkLst>
            <pc:docMk/>
            <pc:sldMk cId="2678020634" sldId="729"/>
            <ac:spMk id="3" creationId="{C9973423-430F-70E6-BF79-F7790CC7F78C}"/>
          </ac:spMkLst>
        </pc:spChg>
        <pc:spChg chg="add mod ord">
          <ac:chgData name="Geuze Michael" userId="280851c0-808d-4d1b-8104-fcbe779a265b" providerId="ADAL" clId="{189B2E00-7C6D-4D2B-9339-8E37C90CA6B6}" dt="2023-09-04T12:37:56.325" v="2009" actId="700"/>
          <ac:spMkLst>
            <pc:docMk/>
            <pc:sldMk cId="2678020634" sldId="729"/>
            <ac:spMk id="4" creationId="{25B98C24-0A14-6A79-530F-D5C0B7430B79}"/>
          </ac:spMkLst>
        </pc:spChg>
        <pc:spChg chg="add mod ord">
          <ac:chgData name="Geuze Michael" userId="280851c0-808d-4d1b-8104-fcbe779a265b" providerId="ADAL" clId="{189B2E00-7C6D-4D2B-9339-8E37C90CA6B6}" dt="2023-09-04T12:37:56.325" v="2009" actId="700"/>
          <ac:spMkLst>
            <pc:docMk/>
            <pc:sldMk cId="2678020634" sldId="729"/>
            <ac:spMk id="5" creationId="{CECC19F6-9282-5FD2-D086-E744A0F4C06B}"/>
          </ac:spMkLst>
        </pc:spChg>
        <pc:spChg chg="add del mod ord">
          <ac:chgData name="Geuze Michael" userId="280851c0-808d-4d1b-8104-fcbe779a265b" providerId="ADAL" clId="{189B2E00-7C6D-4D2B-9339-8E37C90CA6B6}" dt="2023-09-04T12:38:01.205" v="2011" actId="22"/>
          <ac:spMkLst>
            <pc:docMk/>
            <pc:sldMk cId="2678020634" sldId="729"/>
            <ac:spMk id="6" creationId="{68F2E25A-1E5A-5D7F-714E-BD78E84BBAA8}"/>
          </ac:spMkLst>
        </pc:spChg>
        <pc:picChg chg="add del mod ord">
          <ac:chgData name="Geuze Michael" userId="280851c0-808d-4d1b-8104-fcbe779a265b" providerId="ADAL" clId="{189B2E00-7C6D-4D2B-9339-8E37C90CA6B6}" dt="2023-09-04T12:38:01.205" v="2011" actId="22"/>
          <ac:picMkLst>
            <pc:docMk/>
            <pc:sldMk cId="2678020634" sldId="729"/>
            <ac:picMk id="8" creationId="{D0B65C08-6EE9-FB57-A7C0-604E519505D9}"/>
          </ac:picMkLst>
        </pc:picChg>
        <pc:picChg chg="add mod">
          <ac:chgData name="Geuze Michael" userId="280851c0-808d-4d1b-8104-fcbe779a265b" providerId="ADAL" clId="{189B2E00-7C6D-4D2B-9339-8E37C90CA6B6}" dt="2023-09-04T12:38:11.618" v="2016" actId="1076"/>
          <ac:picMkLst>
            <pc:docMk/>
            <pc:sldMk cId="2678020634" sldId="729"/>
            <ac:picMk id="10" creationId="{8102D487-C67C-6243-6F17-D7EA495DE40B}"/>
          </ac:picMkLst>
        </pc:picChg>
      </pc:sldChg>
      <pc:sldChg chg="new del">
        <pc:chgData name="Geuze Michael" userId="280851c0-808d-4d1b-8104-fcbe779a265b" providerId="ADAL" clId="{189B2E00-7C6D-4D2B-9339-8E37C90CA6B6}" dt="2023-09-04T12:40:25.556" v="2078" actId="47"/>
        <pc:sldMkLst>
          <pc:docMk/>
          <pc:sldMk cId="3250204909" sldId="730"/>
        </pc:sldMkLst>
      </pc:sldChg>
      <pc:sldChg chg="addSp delSp modSp new mod chgLayout">
        <pc:chgData name="Geuze Michael" userId="280851c0-808d-4d1b-8104-fcbe779a265b" providerId="ADAL" clId="{189B2E00-7C6D-4D2B-9339-8E37C90CA6B6}" dt="2023-09-04T13:20:42.434" v="2880" actId="20577"/>
        <pc:sldMkLst>
          <pc:docMk/>
          <pc:sldMk cId="3523054365" sldId="731"/>
        </pc:sldMkLst>
        <pc:spChg chg="del">
          <ac:chgData name="Geuze Michael" userId="280851c0-808d-4d1b-8104-fcbe779a265b" providerId="ADAL" clId="{189B2E00-7C6D-4D2B-9339-8E37C90CA6B6}" dt="2023-09-04T12:38:57.353" v="2022" actId="700"/>
          <ac:spMkLst>
            <pc:docMk/>
            <pc:sldMk cId="3523054365" sldId="731"/>
            <ac:spMk id="2" creationId="{D0D6BC00-4E57-3EFE-95A6-636954E1DFEA}"/>
          </ac:spMkLst>
        </pc:spChg>
        <pc:spChg chg="del">
          <ac:chgData name="Geuze Michael" userId="280851c0-808d-4d1b-8104-fcbe779a265b" providerId="ADAL" clId="{189B2E00-7C6D-4D2B-9339-8E37C90CA6B6}" dt="2023-09-04T12:38:57.353" v="2022" actId="700"/>
          <ac:spMkLst>
            <pc:docMk/>
            <pc:sldMk cId="3523054365" sldId="731"/>
            <ac:spMk id="3" creationId="{D1A2C933-881E-8A33-833E-D26C4360D585}"/>
          </ac:spMkLst>
        </pc:spChg>
        <pc:spChg chg="mod ord">
          <ac:chgData name="Geuze Michael" userId="280851c0-808d-4d1b-8104-fcbe779a265b" providerId="ADAL" clId="{189B2E00-7C6D-4D2B-9339-8E37C90CA6B6}" dt="2023-09-04T12:38:57.353" v="2022" actId="700"/>
          <ac:spMkLst>
            <pc:docMk/>
            <pc:sldMk cId="3523054365" sldId="731"/>
            <ac:spMk id="4" creationId="{5EEB3A63-F091-13A6-D7DD-EF00BF251562}"/>
          </ac:spMkLst>
        </pc:spChg>
        <pc:spChg chg="add mod ord">
          <ac:chgData name="Geuze Michael" userId="280851c0-808d-4d1b-8104-fcbe779a265b" providerId="ADAL" clId="{189B2E00-7C6D-4D2B-9339-8E37C90CA6B6}" dt="2023-09-04T13:20:42.434" v="2880" actId="20577"/>
          <ac:spMkLst>
            <pc:docMk/>
            <pc:sldMk cId="3523054365" sldId="731"/>
            <ac:spMk id="5" creationId="{F7619AAD-35B0-62E7-0978-46BDDEE951A1}"/>
          </ac:spMkLst>
        </pc:spChg>
        <pc:spChg chg="add del mod ord">
          <ac:chgData name="Geuze Michael" userId="280851c0-808d-4d1b-8104-fcbe779a265b" providerId="ADAL" clId="{189B2E00-7C6D-4D2B-9339-8E37C90CA6B6}" dt="2023-09-04T12:39:19.845" v="2061" actId="478"/>
          <ac:spMkLst>
            <pc:docMk/>
            <pc:sldMk cId="3523054365" sldId="731"/>
            <ac:spMk id="6" creationId="{54484F56-D22A-6C80-AB89-DB43B3C0884F}"/>
          </ac:spMkLst>
        </pc:spChg>
        <pc:picChg chg="add mod">
          <ac:chgData name="Geuze Michael" userId="280851c0-808d-4d1b-8104-fcbe779a265b" providerId="ADAL" clId="{189B2E00-7C6D-4D2B-9339-8E37C90CA6B6}" dt="2023-09-04T12:39:25.217" v="2064" actId="1076"/>
          <ac:picMkLst>
            <pc:docMk/>
            <pc:sldMk cId="3523054365" sldId="731"/>
            <ac:picMk id="7" creationId="{D62037A7-E329-CC77-839A-E808436E34C6}"/>
          </ac:picMkLst>
        </pc:picChg>
      </pc:sldChg>
      <pc:sldChg chg="modSp add mod">
        <pc:chgData name="Geuze Michael" userId="280851c0-808d-4d1b-8104-fcbe779a265b" providerId="ADAL" clId="{189B2E00-7C6D-4D2B-9339-8E37C90CA6B6}" dt="2023-09-04T13:13:50.343" v="2461" actId="20577"/>
        <pc:sldMkLst>
          <pc:docMk/>
          <pc:sldMk cId="3158267539" sldId="732"/>
        </pc:sldMkLst>
        <pc:spChg chg="mod">
          <ac:chgData name="Geuze Michael" userId="280851c0-808d-4d1b-8104-fcbe779a265b" providerId="ADAL" clId="{189B2E00-7C6D-4D2B-9339-8E37C90CA6B6}" dt="2023-09-04T13:13:50.343" v="2461" actId="20577"/>
          <ac:spMkLst>
            <pc:docMk/>
            <pc:sldMk cId="3158267539" sldId="732"/>
            <ac:spMk id="2" creationId="{103E61F1-2678-662A-0B6A-FB92CA6042BA}"/>
          </ac:spMkLst>
        </pc:spChg>
        <pc:spChg chg="mod">
          <ac:chgData name="Geuze Michael" userId="280851c0-808d-4d1b-8104-fcbe779a265b" providerId="ADAL" clId="{189B2E00-7C6D-4D2B-9339-8E37C90CA6B6}" dt="2023-09-04T12:40:33.802" v="2105" actId="20577"/>
          <ac:spMkLst>
            <pc:docMk/>
            <pc:sldMk cId="3158267539" sldId="732"/>
            <ac:spMk id="3" creationId="{6D99C7ED-7E0A-EB0C-792D-6473E8C013B6}"/>
          </ac:spMkLst>
        </pc:spChg>
      </pc:sldChg>
      <pc:sldChg chg="modSp new mod">
        <pc:chgData name="Geuze Michael" userId="280851c0-808d-4d1b-8104-fcbe779a265b" providerId="ADAL" clId="{189B2E00-7C6D-4D2B-9339-8E37C90CA6B6}" dt="2023-09-04T13:20:26.056" v="2873" actId="14100"/>
        <pc:sldMkLst>
          <pc:docMk/>
          <pc:sldMk cId="4218718003" sldId="733"/>
        </pc:sldMkLst>
        <pc:spChg chg="mod">
          <ac:chgData name="Geuze Michael" userId="280851c0-808d-4d1b-8104-fcbe779a265b" providerId="ADAL" clId="{189B2E00-7C6D-4D2B-9339-8E37C90CA6B6}" dt="2023-09-04T13:19:54.023" v="2844" actId="20577"/>
          <ac:spMkLst>
            <pc:docMk/>
            <pc:sldMk cId="4218718003" sldId="733"/>
            <ac:spMk id="2" creationId="{AF77454B-95BE-DFFC-0EE2-D92C768F525F}"/>
          </ac:spMkLst>
        </pc:spChg>
        <pc:spChg chg="mod">
          <ac:chgData name="Geuze Michael" userId="280851c0-808d-4d1b-8104-fcbe779a265b" providerId="ADAL" clId="{189B2E00-7C6D-4D2B-9339-8E37C90CA6B6}" dt="2023-09-04T13:20:26.056" v="2873" actId="14100"/>
          <ac:spMkLst>
            <pc:docMk/>
            <pc:sldMk cId="4218718003" sldId="733"/>
            <ac:spMk id="3" creationId="{C6074432-83C1-4B66-FB2A-70A31D79C0D0}"/>
          </ac:spMkLst>
        </pc:spChg>
      </pc:sldChg>
      <pc:sldChg chg="modSp add mod modNotesTx">
        <pc:chgData name="Geuze Michael" userId="280851c0-808d-4d1b-8104-fcbe779a265b" providerId="ADAL" clId="{189B2E00-7C6D-4D2B-9339-8E37C90CA6B6}" dt="2023-09-05T12:01:51.497" v="4899" actId="20577"/>
        <pc:sldMkLst>
          <pc:docMk/>
          <pc:sldMk cId="552084233" sldId="734"/>
        </pc:sldMkLst>
        <pc:spChg chg="mod">
          <ac:chgData name="Geuze Michael" userId="280851c0-808d-4d1b-8104-fcbe779a265b" providerId="ADAL" clId="{189B2E00-7C6D-4D2B-9339-8E37C90CA6B6}" dt="2023-09-05T12:01:13.372" v="4810" actId="20577"/>
          <ac:spMkLst>
            <pc:docMk/>
            <pc:sldMk cId="552084233" sldId="734"/>
            <ac:spMk id="2" creationId="{756CE28E-2C47-8149-97D4-A48C31C0909A}"/>
          </ac:spMkLst>
        </pc:spChg>
        <pc:spChg chg="mod">
          <ac:chgData name="Geuze Michael" userId="280851c0-808d-4d1b-8104-fcbe779a265b" providerId="ADAL" clId="{189B2E00-7C6D-4D2B-9339-8E37C90CA6B6}" dt="2023-09-04T13:22:09.020" v="2919" actId="20577"/>
          <ac:spMkLst>
            <pc:docMk/>
            <pc:sldMk cId="552084233" sldId="734"/>
            <ac:spMk id="3" creationId="{0EDE8B43-0C4E-FE41-BD84-CB386DE1ACA3}"/>
          </ac:spMkLst>
        </pc:spChg>
      </pc:sldChg>
      <pc:sldChg chg="new del">
        <pc:chgData name="Geuze Michael" userId="280851c0-808d-4d1b-8104-fcbe779a265b" providerId="ADAL" clId="{189B2E00-7C6D-4D2B-9339-8E37C90CA6B6}" dt="2023-09-04T13:21:47.685" v="2883" actId="47"/>
        <pc:sldMkLst>
          <pc:docMk/>
          <pc:sldMk cId="2733801779" sldId="7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39587-6673-417D-A719-2C249C2F35CF}" type="datetimeFigureOut">
              <a:rPr lang="de-AT" smtClean="0"/>
              <a:t>29.09.2023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4086B-B138-4A3E-85DC-A9BE7B31502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546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02846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Autobus der Fährt, verschieden Terminals und Buscontroller</a:t>
            </a:r>
          </a:p>
          <a:p>
            <a:r>
              <a:rPr lang="de-DE" dirty="0"/>
              <a:t>Projektarbeit ich als Projektleiter</a:t>
            </a:r>
          </a:p>
          <a:p>
            <a:r>
              <a:rPr lang="de-DE" dirty="0"/>
              <a:t>architektonisch, nicht programmiert. </a:t>
            </a:r>
          </a:p>
          <a:p>
            <a:r>
              <a:rPr lang="de-DE" dirty="0"/>
              <a:t>Matter Protokoll IoT vereinfachend, Google, Apple, ZigBee, … sind dabei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271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Node: Jedes Gerät besitzt eine Node. Logische Trennung von Geräten wie Lampe</a:t>
            </a:r>
          </a:p>
          <a:p>
            <a:r>
              <a:rPr lang="de-DE" dirty="0" err="1"/>
              <a:t>Endpoint</a:t>
            </a:r>
            <a:r>
              <a:rPr lang="de-DE" dirty="0"/>
              <a:t>: es gibt mehrere Endpoints. </a:t>
            </a:r>
            <a:r>
              <a:rPr lang="de-DE" dirty="0" err="1"/>
              <a:t>Endpoint</a:t>
            </a:r>
            <a:r>
              <a:rPr lang="de-DE" dirty="0"/>
              <a:t> 0 ist mandatorisch zu implementieren. Werden HW/SW Infos gespeichert, welche Cluster an welchem </a:t>
            </a:r>
            <a:r>
              <a:rPr lang="de-DE" dirty="0" err="1"/>
              <a:t>Endpoint</a:t>
            </a:r>
            <a:r>
              <a:rPr lang="de-DE" dirty="0"/>
              <a:t> zu finden sind. Kann mehrere Cluster haben. </a:t>
            </a:r>
          </a:p>
          <a:p>
            <a:r>
              <a:rPr lang="de-DE" dirty="0"/>
              <a:t>Cluster: Hat die Funktionen in sich. z:.B. </a:t>
            </a:r>
            <a:r>
              <a:rPr lang="de-DE" dirty="0" err="1"/>
              <a:t>LevelControl</a:t>
            </a:r>
            <a:r>
              <a:rPr lang="de-DE" dirty="0"/>
              <a:t> bei Lampe(</a:t>
            </a:r>
            <a:r>
              <a:rPr lang="de-DE" dirty="0" err="1"/>
              <a:t>cmd</a:t>
            </a:r>
            <a:r>
              <a:rPr lang="de-DE" dirty="0"/>
              <a:t>), </a:t>
            </a:r>
            <a:r>
              <a:rPr lang="de-DE" dirty="0" err="1"/>
              <a:t>MoveToLevel</a:t>
            </a:r>
            <a:r>
              <a:rPr lang="de-DE" dirty="0"/>
              <a:t>(</a:t>
            </a:r>
            <a:r>
              <a:rPr lang="de-DE" dirty="0" err="1"/>
              <a:t>cmd</a:t>
            </a:r>
            <a:r>
              <a:rPr lang="de-DE" dirty="0"/>
              <a:t>), </a:t>
            </a:r>
            <a:r>
              <a:rPr lang="de-DE" dirty="0" err="1"/>
              <a:t>onTime</a:t>
            </a:r>
            <a:r>
              <a:rPr lang="de-DE" dirty="0"/>
              <a:t>(</a:t>
            </a:r>
            <a:r>
              <a:rPr lang="de-DE" dirty="0" err="1"/>
              <a:t>attr</a:t>
            </a:r>
            <a:r>
              <a:rPr lang="de-DE" dirty="0"/>
              <a:t>),</a:t>
            </a:r>
          </a:p>
          <a:p>
            <a:r>
              <a:rPr lang="de-DE" dirty="0"/>
              <a:t>Attribute: aktuelle Helligkeit</a:t>
            </a:r>
          </a:p>
          <a:p>
            <a:r>
              <a:rPr lang="de-DE" dirty="0" err="1"/>
              <a:t>Commands</a:t>
            </a:r>
            <a:r>
              <a:rPr lang="de-DE" dirty="0"/>
              <a:t>: wie On/Off bei einem Schloss, setze Helligkeit bei Lampe</a:t>
            </a:r>
          </a:p>
          <a:p>
            <a:r>
              <a:rPr lang="de-AT" dirty="0"/>
              <a:t>Event: Pub/Sub-Prinzip. Ein Client kann sich anmelden wird dann benachrichtigt wenn neue Daten da sind, z.B. Bewegungsmelder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2314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Std::</a:t>
            </a:r>
            <a:r>
              <a:rPr lang="de-DE" dirty="0" err="1"/>
              <a:t>format</a:t>
            </a:r>
            <a:r>
              <a:rPr lang="de-DE" dirty="0"/>
              <a:t> </a:t>
            </a:r>
            <a:r>
              <a:rPr lang="de-DE" dirty="0" err="1"/>
              <a:t>c++</a:t>
            </a:r>
            <a:r>
              <a:rPr lang="de-DE" dirty="0"/>
              <a:t>20; </a:t>
            </a:r>
            <a:r>
              <a:rPr lang="de-DE" dirty="0" err="1"/>
              <a:t>raw</a:t>
            </a:r>
            <a:r>
              <a:rPr lang="de-DE" dirty="0"/>
              <a:t> Pointer; smart Pointer ab </a:t>
            </a:r>
            <a:r>
              <a:rPr lang="de-DE" dirty="0" err="1"/>
              <a:t>c++</a:t>
            </a:r>
            <a:r>
              <a:rPr lang="de-DE" dirty="0"/>
              <a:t>11; </a:t>
            </a:r>
            <a:r>
              <a:rPr lang="de-DE" dirty="0" err="1"/>
              <a:t>auto_ptr</a:t>
            </a:r>
            <a:r>
              <a:rPr lang="de-DE" dirty="0"/>
              <a:t> </a:t>
            </a:r>
            <a:r>
              <a:rPr lang="de-DE" dirty="0" err="1"/>
              <a:t>removed</a:t>
            </a:r>
            <a:r>
              <a:rPr lang="de-DE" dirty="0"/>
              <a:t> in </a:t>
            </a:r>
            <a:r>
              <a:rPr lang="de-DE" dirty="0" err="1"/>
              <a:t>c++</a:t>
            </a:r>
            <a:r>
              <a:rPr lang="de-DE" dirty="0"/>
              <a:t>17,…</a:t>
            </a:r>
          </a:p>
          <a:p>
            <a:r>
              <a:rPr lang="de-DE" dirty="0" err="1"/>
              <a:t>Misra</a:t>
            </a:r>
            <a:r>
              <a:rPr lang="de-DE" dirty="0"/>
              <a:t> C, non </a:t>
            </a:r>
            <a:r>
              <a:rPr lang="de-DE" dirty="0" err="1"/>
              <a:t>reachable</a:t>
            </a:r>
            <a:r>
              <a:rPr lang="de-DE" dirty="0"/>
              <a:t> Code, non </a:t>
            </a:r>
            <a:r>
              <a:rPr lang="de-DE" dirty="0" err="1"/>
              <a:t>outcommented</a:t>
            </a:r>
            <a:r>
              <a:rPr lang="de-DE" dirty="0"/>
              <a:t> Code,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unused</a:t>
            </a:r>
            <a:r>
              <a:rPr lang="de-DE" dirty="0"/>
              <a:t> </a:t>
            </a:r>
            <a:r>
              <a:rPr lang="de-DE" dirty="0" err="1"/>
              <a:t>definition</a:t>
            </a:r>
            <a:r>
              <a:rPr lang="de-DE" dirty="0"/>
              <a:t>, </a:t>
            </a:r>
          </a:p>
          <a:p>
            <a:endParaRPr lang="de-DE" dirty="0"/>
          </a:p>
          <a:p>
            <a:r>
              <a:rPr lang="de-DE" dirty="0"/>
              <a:t>ALS NÄCHSTES BPP2 2 2 2 2 2 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8297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Docker Container für nicht integrierte </a:t>
            </a:r>
            <a:r>
              <a:rPr lang="de-DE" dirty="0" err="1"/>
              <a:t>Toolchain</a:t>
            </a:r>
            <a:r>
              <a:rPr lang="de-DE" dirty="0"/>
              <a:t> erstellt, Code muss immer umkopiert werden -&gt; versucht zu mounten, </a:t>
            </a:r>
            <a:r>
              <a:rPr lang="de-DE" dirty="0" err="1"/>
              <a:t>Inode</a:t>
            </a:r>
            <a:r>
              <a:rPr lang="de-DE" dirty="0"/>
              <a:t> </a:t>
            </a:r>
            <a:r>
              <a:rPr lang="de-DE" dirty="0" err="1"/>
              <a:t>größe</a:t>
            </a:r>
            <a:r>
              <a:rPr lang="de-DE" dirty="0"/>
              <a:t> passt nicht.</a:t>
            </a:r>
          </a:p>
          <a:p>
            <a:r>
              <a:rPr lang="de-DE" dirty="0"/>
              <a:t>Docker für STM32 noch nicht automatisiert. </a:t>
            </a:r>
            <a:r>
              <a:rPr lang="de-DE" dirty="0" err="1"/>
              <a:t>CubeMX</a:t>
            </a:r>
            <a:r>
              <a:rPr lang="de-DE" dirty="0"/>
              <a:t> ist GUI Programm, daher muss 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6306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Timing Probleme bei DHT11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851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-452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368300"/>
            <a:ext cx="1503556" cy="1503556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AC2916B-617B-EA4A-AF07-5419FA25F9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C8F07F7-4AF6-7844-89E0-DC259179FC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A921CC9-102C-354E-9CE6-FC36CD10B9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99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25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7A5B86AF-B266-D044-9E9C-5EAC8D79A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4148B4CC-C7B6-F440-863B-919D48EA5E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B9DA9277-0C79-434C-B83E-F7887E069C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1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 userDrawn="1">
          <p15:clr>
            <a:srgbClr val="FBAE40"/>
          </p15:clr>
        </p15:guide>
        <p15:guide id="5" orient="horz" pos="232" userDrawn="1">
          <p15:clr>
            <a:srgbClr val="FBAE40"/>
          </p15:clr>
        </p15:guide>
        <p15:guide id="7" pos="7446" userDrawn="1">
          <p15:clr>
            <a:srgbClr val="FBAE40"/>
          </p15:clr>
        </p15:guide>
        <p15:guide id="8" pos="1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0FF76A8C-396A-1E4D-A555-CBE0BAF187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2BCD34F-D291-A444-86E1-5B5E890F4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4727343"/>
            <a:ext cx="1503556" cy="150355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EEF7E9D-2162-414F-AA02-E7654809A1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AFA8B4F-2EC3-4640-9F76-27BFA491D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876887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4727343"/>
            <a:ext cx="1503556" cy="1503556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6B2C8743-DEBE-0748-9839-B437082EE2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8E4BFB8-FFE3-104C-A971-6AF8B607A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9" name="Textplatzhalter 2">
            <a:extLst>
              <a:ext uri="{FF2B5EF4-FFF2-40B4-BE49-F238E27FC236}">
                <a16:creationId xmlns:a16="http://schemas.microsoft.com/office/drawing/2014/main" id="{CBC36C8C-6EE5-7746-8334-5FF31A031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073305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F99F9E31-4338-5D4A-9C45-EA69CA833C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1CD502F-3F38-1B4F-B870-4D0E2E70F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B03D660-DEB7-0642-904C-6DD51DE9E0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9" name="Textplatzhalter 2">
            <a:extLst>
              <a:ext uri="{FF2B5EF4-FFF2-40B4-BE49-F238E27FC236}">
                <a16:creationId xmlns:a16="http://schemas.microsoft.com/office/drawing/2014/main" id="{BF12E0B6-11CC-6640-BDA2-BB1359055A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279909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6FD6010D-6512-4046-A0A0-42D998E88F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2AF821E-7F4C-FA4C-BA2D-EC2FFEFD2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5E96AE8-08EB-DE4B-99C1-8050F3D8CA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EB34760-93C4-3F4F-BBC5-0B9F6D3232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795127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4B954AC-C73F-5449-AF65-CAE342422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</p:txBody>
      </p:sp>
    </p:spTree>
    <p:extLst>
      <p:ext uri="{BB962C8B-B14F-4D97-AF65-F5344CB8AC3E}">
        <p14:creationId xmlns:p14="http://schemas.microsoft.com/office/powerpoint/2010/main" val="1119043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5436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3">
    <p:bg>
      <p:bgPr>
        <a:solidFill>
          <a:srgbClr val="ED6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4761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4">
    <p:bg>
      <p:bgPr>
        <a:solidFill>
          <a:srgbClr val="9AC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756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_Folie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96B7C7A7-E104-F742-8A3A-4EE7F0D18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29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zelne_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51113"/>
            <a:ext cx="8933224" cy="465151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3400"/>
              </a:lnSpc>
              <a:spcAft>
                <a:spcPts val="0"/>
              </a:spcAft>
              <a:buFont typeface="Wingdings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 Punkt 1</a:t>
            </a:r>
          </a:p>
          <a:p>
            <a:pPr lvl="0"/>
            <a:r>
              <a:rPr lang="de-DE" dirty="0"/>
              <a:t> Punkt 2
 Punkt 3</a:t>
            </a:r>
          </a:p>
          <a:p>
            <a:pPr lvl="1"/>
            <a:r>
              <a:rPr lang="de-DE" dirty="0"/>
              <a:t> Unterpunkt</a:t>
            </a:r>
          </a:p>
          <a:p>
            <a:pPr lvl="1"/>
            <a:r>
              <a:rPr lang="de-DE" dirty="0"/>
              <a:t> Unterpunkt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E940482-9150-D444-902A-A91A745BC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4E371511-A761-BA47-B74B-E898BAA68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A0963EC-4099-F943-B350-C09A3ECE54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9284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21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ere_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1"/>
            <a:ext cx="8933224" cy="46626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 Ganzer Satz oder Absatz.</a:t>
            </a:r>
          </a:p>
          <a:p>
            <a:r>
              <a:rPr lang="de-DE" dirty="0"/>
              <a:t> Ganzer Satz oder Absatz. Der Satz</a:t>
            </a:r>
            <a:br>
              <a:rPr lang="de-DE" dirty="0"/>
            </a:br>
            <a:r>
              <a:rPr lang="de-DE" dirty="0"/>
              <a:t> kann auch länger sein.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09CDAE5-CD32-EF4F-A8BB-2DFDB51C79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9">
            <a:extLst>
              <a:ext uri="{FF2B5EF4-FFF2-40B4-BE49-F238E27FC236}">
                <a16:creationId xmlns:a16="http://schemas.microsoft.com/office/drawing/2014/main" id="{2E361231-3EE8-AA4B-BD19-102181D3C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33DFEF30-F9D4-F143-B64E-71168FF526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8355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Absat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1"/>
            <a:ext cx="8933224" cy="466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Ganzer Absatz zum Inhalt über mehrere Zeilen. Hier kommt ein Textblock.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290A960-B63E-544D-A4EE-572FC172A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9">
            <a:extLst>
              <a:ext uri="{FF2B5EF4-FFF2-40B4-BE49-F238E27FC236}">
                <a16:creationId xmlns:a16="http://schemas.microsoft.com/office/drawing/2014/main" id="{CE0D26B6-BD4D-B545-B56F-EB3900ECE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FB968468-2BFF-1645-95FF-B2451838FE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5390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0"/>
            <a:ext cx="4232740" cy="466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Ganzer Absatz zum Inhalt über mehrere Zeilen. Hier kommt ein Textblock.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8E4AA3E-24ED-2F49-8DF0-0DBDD2DDEE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1941DC95-7B1E-D74D-85D6-44F465D5E9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3217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 9">
            <a:extLst>
              <a:ext uri="{FF2B5EF4-FFF2-40B4-BE49-F238E27FC236}">
                <a16:creationId xmlns:a16="http://schemas.microsoft.com/office/drawing/2014/main" id="{97A7F19C-1DBF-B642-89FC-1D4B4C4787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361245"/>
            <a:ext cx="4232740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75530193-DACF-E846-9486-023293024E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334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_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34064E5-22AA-C84A-AC5B-27B0B699D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045" y="360001"/>
            <a:ext cx="8933180" cy="5742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1252570-3950-6B4C-865D-0E5A8B346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Rectangle 13">
            <a:extLst>
              <a:ext uri="{FF2B5EF4-FFF2-40B4-BE49-F238E27FC236}">
                <a16:creationId xmlns:a16="http://schemas.microsoft.com/office/drawing/2014/main" id="{31C8B32F-4D56-174E-A771-87E210D855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5980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1B8B188-9AA2-E34D-A68A-79D44DDB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1EF1C089-A2A0-C94A-8963-27C765AB8B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22872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F54EBA-4E84-C741-9BF8-C2DF321795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044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471B505-BE7F-CD46-9CC3-EFAD2D707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3935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14F622B-6A6B-0F40-AD79-922EC5E920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96D2A40-D362-FA49-9EB0-CC774A821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42329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ACAB97D-FBC4-3147-B6CD-7D0CACAA03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E1F669FF-41F4-3649-8D86-2F8E295282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278337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BE545D-7328-0946-B07A-AD9A5BDEE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2D6247AB-C4DF-4542-9F69-90AC119D1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148462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use / Abschlu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BE545D-7328-0946-B07A-AD9A5BDEE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18804F9F-5D82-6846-842F-F9004786E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801025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2">
    <p:bg>
      <p:bgPr>
        <a:solidFill>
          <a:srgbClr val="C0A1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C175180-171A-FA46-A32A-29417871A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47BC2E58-06BA-CF45-9A66-64A1226B4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880089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FDCC34A-5970-1B4E-9DB5-4BA9098FB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93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05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1" r:id="rId2"/>
    <p:sldLayoutId id="2147483666" r:id="rId3"/>
    <p:sldLayoutId id="2147483678" r:id="rId4"/>
    <p:sldLayoutId id="2147483674" r:id="rId5"/>
    <p:sldLayoutId id="2147483676" r:id="rId6"/>
    <p:sldLayoutId id="2147483663" r:id="rId7"/>
    <p:sldLayoutId id="2147483664" r:id="rId8"/>
    <p:sldLayoutId id="2147483684" r:id="rId9"/>
    <p:sldLayoutId id="2147483685" r:id="rId10"/>
    <p:sldLayoutId id="2147483650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9" r:id="rId18"/>
    <p:sldLayoutId id="2147483680" r:id="rId19"/>
    <p:sldLayoutId id="2147483681" r:id="rId20"/>
    <p:sldLayoutId id="2147483683" r:id="rId21"/>
    <p:sldLayoutId id="2147483682" r:id="rId22"/>
    <p:sldLayoutId id="2147483665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michael.geuze@students.fhv.at" TargetMode="Externa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8E8184-8488-4ED8-8D62-144B4F7AE0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Vorstellung Betriebspraxisphasen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59F82932-9255-88EC-D9D5-A40E1EB2904F}"/>
              </a:ext>
            </a:extLst>
          </p:cNvPr>
          <p:cNvSpPr txBox="1">
            <a:spLocks/>
          </p:cNvSpPr>
          <p:nvPr/>
        </p:nvSpPr>
        <p:spPr>
          <a:xfrm>
            <a:off x="348168" y="5321159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Name: Michael Geuze</a:t>
            </a:r>
          </a:p>
          <a:p>
            <a:r>
              <a:rPr lang="de-DE" dirty="0"/>
              <a:t>Studiengang: Elektrotechnik Dual</a:t>
            </a:r>
          </a:p>
          <a:p>
            <a:r>
              <a:rPr lang="de-DE" dirty="0"/>
              <a:t>Semester: 4</a:t>
            </a:r>
          </a:p>
        </p:txBody>
      </p:sp>
    </p:spTree>
    <p:extLst>
      <p:ext uri="{BB962C8B-B14F-4D97-AF65-F5344CB8AC3E}">
        <p14:creationId xmlns:p14="http://schemas.microsoft.com/office/powerpoint/2010/main" val="19979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6CE28E-2C47-8149-97D4-A48C31C090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999" y="1451113"/>
            <a:ext cx="9068085" cy="4651513"/>
          </a:xfrm>
        </p:spPr>
        <p:txBody>
          <a:bodyPr/>
          <a:lstStyle/>
          <a:p>
            <a:r>
              <a:rPr lang="de-AT" dirty="0"/>
              <a:t>Partnerunternehmen</a:t>
            </a:r>
          </a:p>
          <a:p>
            <a:r>
              <a:rPr lang="de-AT" dirty="0"/>
              <a:t>Betriebspraxisphase 1</a:t>
            </a:r>
          </a:p>
          <a:p>
            <a:pPr lvl="1"/>
            <a:r>
              <a:rPr lang="de-AT" dirty="0"/>
              <a:t>Erstellung eines Fahrdienstrufsystems</a:t>
            </a:r>
          </a:p>
          <a:p>
            <a:pPr lvl="1"/>
            <a:r>
              <a:rPr lang="de-AT" dirty="0"/>
              <a:t>Einarbeitung in Matter Protokoll, Erstellung eines Clusters</a:t>
            </a:r>
          </a:p>
          <a:p>
            <a:pPr lvl="1"/>
            <a:r>
              <a:rPr lang="de-AT" dirty="0"/>
              <a:t>Vertiefung C/C++ Programmierkenntnisse</a:t>
            </a:r>
          </a:p>
          <a:p>
            <a:r>
              <a:rPr lang="de-AT" dirty="0"/>
              <a:t>Betriebspraxisphase 2</a:t>
            </a:r>
          </a:p>
          <a:p>
            <a:pPr lvl="1"/>
            <a:r>
              <a:rPr lang="de-AT" dirty="0"/>
              <a:t>Einarbeitung in CI/CD Infrastruktur</a:t>
            </a:r>
          </a:p>
          <a:p>
            <a:pPr lvl="1"/>
            <a:r>
              <a:rPr lang="de-AT" dirty="0"/>
              <a:t>Erstellung </a:t>
            </a:r>
            <a:r>
              <a:rPr lang="de-AT"/>
              <a:t>Docker Container</a:t>
            </a:r>
            <a:endParaRPr lang="de-AT" dirty="0"/>
          </a:p>
          <a:p>
            <a:pPr lvl="1"/>
            <a:r>
              <a:rPr lang="de-AT" dirty="0"/>
              <a:t>Vertiefung STM32 Kenntnisse</a:t>
            </a:r>
          </a:p>
          <a:p>
            <a:pPr lvl="1"/>
            <a:endParaRPr lang="de-AT" dirty="0"/>
          </a:p>
          <a:p>
            <a:pPr marL="0" indent="0">
              <a:buNone/>
            </a:pPr>
            <a:endParaRPr lang="de-AT" dirty="0"/>
          </a:p>
          <a:p>
            <a:endParaRPr lang="de-AT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DE8B43-0C4E-FE41-BD84-CB386DE1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Übersicht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FFD4EE-82D0-F147-A153-70DD8D9D8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164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EDE8B43-0C4E-FE41-BD84-CB386DE1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284326" cy="833812"/>
          </a:xfrm>
        </p:spPr>
        <p:txBody>
          <a:bodyPr/>
          <a:lstStyle/>
          <a:p>
            <a:r>
              <a:rPr lang="de-DE" dirty="0"/>
              <a:t>Partnerunternehmen	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FFD4EE-82D0-F147-A153-70DD8D9D8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</a:t>
            </a:fld>
            <a:endParaRPr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D14C973-23F0-E0E3-ACCF-3E31E00974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System Industrie Electronic GmbH </a:t>
            </a:r>
          </a:p>
          <a:p>
            <a:pPr lvl="1"/>
            <a:r>
              <a:rPr lang="de-DE" dirty="0"/>
              <a:t>Lustenau</a:t>
            </a:r>
          </a:p>
          <a:p>
            <a:pPr lvl="1"/>
            <a:r>
              <a:rPr lang="de-AT" dirty="0"/>
              <a:t>Dienstleister für Elektronikgeräteentwicklung und Realisierung</a:t>
            </a:r>
            <a:endParaRPr lang="de-DE" dirty="0"/>
          </a:p>
          <a:p>
            <a:r>
              <a:rPr lang="de-AT" dirty="0"/>
              <a:t>Betreuer</a:t>
            </a:r>
          </a:p>
          <a:p>
            <a:pPr lvl="1"/>
            <a:r>
              <a:rPr lang="de-AT" dirty="0"/>
              <a:t>Michael Woog  (PU)</a:t>
            </a:r>
          </a:p>
          <a:p>
            <a:pPr lvl="1"/>
            <a:r>
              <a:rPr lang="de-AT" dirty="0"/>
              <a:t>Patrick Ritschel (FHV)</a:t>
            </a:r>
          </a:p>
          <a:p>
            <a:r>
              <a:rPr lang="de-AT" dirty="0"/>
              <a:t>Branchen</a:t>
            </a:r>
          </a:p>
          <a:p>
            <a:pPr lvl="1"/>
            <a:r>
              <a:rPr lang="de-AT" dirty="0"/>
              <a:t>Human-</a:t>
            </a:r>
            <a:r>
              <a:rPr lang="de-AT" dirty="0" err="1"/>
              <a:t>Machine</a:t>
            </a:r>
            <a:r>
              <a:rPr lang="de-AT" dirty="0"/>
              <a:t>-Interfaces</a:t>
            </a:r>
          </a:p>
          <a:p>
            <a:pPr lvl="1"/>
            <a:r>
              <a:rPr lang="de-AT" dirty="0"/>
              <a:t>Entwicklung eingebetteter Systeme für Medizingeräte</a:t>
            </a:r>
          </a:p>
        </p:txBody>
      </p:sp>
    </p:spTree>
    <p:extLst>
      <p:ext uri="{BB962C8B-B14F-4D97-AF65-F5344CB8AC3E}">
        <p14:creationId xmlns:p14="http://schemas.microsoft.com/office/powerpoint/2010/main" val="314972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6CE28E-2C47-8149-97D4-A48C31C090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Durchführung laut V-Modell</a:t>
            </a:r>
          </a:p>
          <a:p>
            <a:r>
              <a:rPr lang="de-DE" dirty="0"/>
              <a:t>Erstellung Use-Cases</a:t>
            </a:r>
          </a:p>
          <a:p>
            <a:r>
              <a:rPr lang="de-DE" dirty="0"/>
              <a:t>Ableiten der Anforderungen </a:t>
            </a:r>
          </a:p>
          <a:p>
            <a:r>
              <a:rPr lang="de-DE" dirty="0"/>
              <a:t>Erstellung Sequenzdiagramme</a:t>
            </a:r>
          </a:p>
          <a:p>
            <a:r>
              <a:rPr lang="de-DE" dirty="0"/>
              <a:t>Einarbeitung in Matter-Protokoll</a:t>
            </a:r>
          </a:p>
          <a:p>
            <a:pPr marL="0" indent="0">
              <a:buNone/>
            </a:pPr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DE8B43-0C4E-FE41-BD84-CB386DE1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284326" cy="833812"/>
          </a:xfrm>
        </p:spPr>
        <p:txBody>
          <a:bodyPr/>
          <a:lstStyle/>
          <a:p>
            <a:r>
              <a:rPr lang="de-DE" dirty="0"/>
              <a:t>BPP1 - Erstellung eines Fahrdienstrufsystems</a:t>
            </a:r>
            <a:br>
              <a:rPr lang="de-DE" dirty="0"/>
            </a:b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FFD4EE-82D0-F147-A153-70DD8D9D8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</a:t>
            </a:fld>
            <a:endParaRPr dirty="0"/>
          </a:p>
        </p:txBody>
      </p:sp>
      <p:pic>
        <p:nvPicPr>
          <p:cNvPr id="9" name="Grafik 8" descr="Ein Bild, das Text, Diagramm, Reihe, Schrift enthält.&#10;&#10;Automatisch generierte Beschreibung">
            <a:extLst>
              <a:ext uri="{FF2B5EF4-FFF2-40B4-BE49-F238E27FC236}">
                <a16:creationId xmlns:a16="http://schemas.microsoft.com/office/drawing/2014/main" id="{2C2B9CD5-F3CC-921D-3E14-992A910C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163" y="1508453"/>
            <a:ext cx="5621726" cy="226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6CE28E-2C47-8149-97D4-A48C31C090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Einarbeitung in Matter Protokollstapel</a:t>
            </a:r>
          </a:p>
          <a:p>
            <a:pPr lvl="1"/>
            <a:r>
              <a:rPr lang="de-DE" dirty="0"/>
              <a:t>Node</a:t>
            </a:r>
          </a:p>
          <a:p>
            <a:pPr lvl="1"/>
            <a:r>
              <a:rPr lang="de-DE" dirty="0"/>
              <a:t>Cluster</a:t>
            </a:r>
          </a:p>
          <a:p>
            <a:pPr lvl="1"/>
            <a:r>
              <a:rPr lang="de-DE" dirty="0" err="1"/>
              <a:t>Endpoint</a:t>
            </a:r>
            <a:endParaRPr lang="de-DE" dirty="0"/>
          </a:p>
          <a:p>
            <a:r>
              <a:rPr lang="de-DE" dirty="0"/>
              <a:t>Erstellung eines Matter Clusters</a:t>
            </a:r>
          </a:p>
          <a:p>
            <a:pPr lvl="1"/>
            <a:r>
              <a:rPr lang="de-DE" dirty="0"/>
              <a:t>Attribute</a:t>
            </a:r>
          </a:p>
          <a:p>
            <a:pPr lvl="1"/>
            <a:r>
              <a:rPr lang="de-DE" dirty="0" err="1"/>
              <a:t>Commands</a:t>
            </a:r>
            <a:endParaRPr lang="de-DE" dirty="0"/>
          </a:p>
          <a:p>
            <a:pPr lvl="1"/>
            <a:r>
              <a:rPr lang="de-DE" dirty="0"/>
              <a:t>Events</a:t>
            </a:r>
          </a:p>
          <a:p>
            <a:pPr lvl="1"/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DE8B43-0C4E-FE41-BD84-CB386DE1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61245"/>
            <a:ext cx="10319837" cy="833812"/>
          </a:xfrm>
        </p:spPr>
        <p:txBody>
          <a:bodyPr/>
          <a:lstStyle/>
          <a:p>
            <a:r>
              <a:rPr lang="de-DE" dirty="0"/>
              <a:t>BPP1 – Matter Protokoll und Matter Cluster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FFD4EE-82D0-F147-A153-70DD8D9D8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</a:t>
            </a:fld>
            <a:endParaRPr dirty="0"/>
          </a:p>
        </p:txBody>
      </p:sp>
      <p:pic>
        <p:nvPicPr>
          <p:cNvPr id="18" name="Grafik 17" descr="Ein Bild, das Text, Screenshot, Diagramm, Farbigkeit enthält.&#10;&#10;Automatisch generierte Beschreibung">
            <a:extLst>
              <a:ext uri="{FF2B5EF4-FFF2-40B4-BE49-F238E27FC236}">
                <a16:creationId xmlns:a16="http://schemas.microsoft.com/office/drawing/2014/main" id="{F4E81B0C-8DB1-ABB4-ADAF-C83D0CE351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215" b="33654"/>
          <a:stretch/>
        </p:blipFill>
        <p:spPr>
          <a:xfrm>
            <a:off x="6248401" y="1451113"/>
            <a:ext cx="3224198" cy="434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9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6CE28E-2C47-8149-97D4-A48C31C090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Zeitstempelklasse erstellt</a:t>
            </a:r>
          </a:p>
          <a:p>
            <a:r>
              <a:rPr lang="de-DE" dirty="0"/>
              <a:t>Template-Klasse für Matrixrechner erstellt</a:t>
            </a:r>
          </a:p>
          <a:p>
            <a:pPr lvl="1"/>
            <a:r>
              <a:rPr lang="de-DE" dirty="0"/>
              <a:t>Wenn Instanziierter Klassentyp die Grundrechenarten unterstützt, können damit Matrixoperationen durchgeführt werden</a:t>
            </a:r>
          </a:p>
          <a:p>
            <a:r>
              <a:rPr lang="de-DE" dirty="0"/>
              <a:t>Grundlagen </a:t>
            </a:r>
            <a:r>
              <a:rPr lang="de-DE" dirty="0" err="1"/>
              <a:t>Exception</a:t>
            </a:r>
            <a:r>
              <a:rPr lang="de-DE" dirty="0"/>
              <a:t>-Handling</a:t>
            </a:r>
          </a:p>
          <a:p>
            <a:r>
              <a:rPr lang="de-DE" dirty="0"/>
              <a:t>Einblick in C-Standards</a:t>
            </a:r>
          </a:p>
          <a:p>
            <a:pPr lvl="1"/>
            <a:r>
              <a:rPr lang="de-DE" dirty="0"/>
              <a:t>ANSI-C, C99, C++xx</a:t>
            </a:r>
          </a:p>
          <a:p>
            <a:pPr lvl="1"/>
            <a:r>
              <a:rPr lang="de-DE" dirty="0"/>
              <a:t>MISRA-C Coding-Guidelines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DE8B43-0C4E-FE41-BD84-CB386DE1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61245"/>
            <a:ext cx="10319837" cy="833812"/>
          </a:xfrm>
        </p:spPr>
        <p:txBody>
          <a:bodyPr/>
          <a:lstStyle/>
          <a:p>
            <a:r>
              <a:rPr lang="de-DE" dirty="0"/>
              <a:t>BPP1 – Vertiefung C/C++ Kenntnisse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FFD4EE-82D0-F147-A153-70DD8D9D8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208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03E61F1-2678-662A-0B6A-FB92CA6042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/>
              <a:t>Verständnis für die Infrastruktur</a:t>
            </a:r>
          </a:p>
          <a:p>
            <a:r>
              <a:rPr lang="de-AT" dirty="0"/>
              <a:t>Kennenlernen der einzelnen Tools</a:t>
            </a:r>
          </a:p>
          <a:p>
            <a:pPr lvl="1"/>
            <a:r>
              <a:rPr lang="de-AT" dirty="0"/>
              <a:t>Jira, </a:t>
            </a:r>
            <a:r>
              <a:rPr lang="de-AT" dirty="0" err="1"/>
              <a:t>Confluence</a:t>
            </a:r>
            <a:r>
              <a:rPr lang="de-AT" dirty="0"/>
              <a:t>, </a:t>
            </a:r>
            <a:r>
              <a:rPr lang="de-AT" dirty="0" err="1"/>
              <a:t>Bitbucket</a:t>
            </a:r>
            <a:r>
              <a:rPr lang="de-AT" dirty="0"/>
              <a:t>, Jenkins, Terraform, Docker und Azure</a:t>
            </a:r>
          </a:p>
          <a:p>
            <a:r>
              <a:rPr lang="de-AT" dirty="0"/>
              <a:t>Erstellung Docker Container</a:t>
            </a:r>
          </a:p>
          <a:p>
            <a:pPr lvl="1"/>
            <a:r>
              <a:rPr lang="de-AT" dirty="0"/>
              <a:t>Für die Entwicklung von STM32 Mikrocontroller</a:t>
            </a:r>
          </a:p>
          <a:p>
            <a:pPr lvl="1"/>
            <a:r>
              <a:rPr lang="de-AT" dirty="0"/>
              <a:t>Für die Entwicklung mit nicht integrierten </a:t>
            </a:r>
            <a:r>
              <a:rPr lang="de-AT" dirty="0" err="1"/>
              <a:t>Toolchains</a:t>
            </a:r>
            <a:endParaRPr lang="de-AT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99C7ED-7E0A-EB0C-792D-6473E8C0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BPP2 – Einarbeitung CI/CD Infrastruktur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20BD70-1EA3-0F94-8185-ED7A47D42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169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7619AAD-35B0-62E7-0978-46BDDEE9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BPP2 - CI/CD Infrastruktur - Prozedur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EB3A63-F091-13A6-D7DD-EF00BF251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8</a:t>
            </a:fld>
            <a:endParaRPr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62037A7-E329-CC77-839A-E808436E3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71" y="1071429"/>
            <a:ext cx="6152082" cy="507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5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03E61F1-2678-662A-0B6A-FB92CA6042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/>
              <a:t>Für STM32 Controller</a:t>
            </a:r>
          </a:p>
          <a:p>
            <a:pPr lvl="1"/>
            <a:r>
              <a:rPr lang="de-AT" dirty="0" err="1"/>
              <a:t>VSCode</a:t>
            </a:r>
            <a:r>
              <a:rPr lang="de-AT" dirty="0"/>
              <a:t> in </a:t>
            </a:r>
            <a:r>
              <a:rPr lang="de-AT" dirty="0" err="1"/>
              <a:t>DevContainer</a:t>
            </a:r>
            <a:endParaRPr lang="de-AT" dirty="0"/>
          </a:p>
          <a:p>
            <a:pPr lvl="1"/>
            <a:r>
              <a:rPr lang="de-AT" dirty="0"/>
              <a:t>Initiale Codeerstellung mit </a:t>
            </a:r>
            <a:r>
              <a:rPr lang="de-AT" dirty="0" err="1"/>
              <a:t>CubeMX</a:t>
            </a:r>
            <a:endParaRPr lang="de-AT" dirty="0"/>
          </a:p>
          <a:p>
            <a:r>
              <a:rPr lang="de-AT" dirty="0"/>
              <a:t>Für </a:t>
            </a:r>
            <a:r>
              <a:rPr lang="de-AT" dirty="0" err="1"/>
              <a:t>Atmel</a:t>
            </a:r>
            <a:r>
              <a:rPr lang="de-AT" dirty="0"/>
              <a:t> AT90 Reihe</a:t>
            </a:r>
          </a:p>
          <a:p>
            <a:pPr lvl="1"/>
            <a:r>
              <a:rPr lang="de-AT" dirty="0" err="1"/>
              <a:t>VSCode</a:t>
            </a:r>
            <a:r>
              <a:rPr lang="de-AT" dirty="0"/>
              <a:t> in </a:t>
            </a:r>
            <a:r>
              <a:rPr lang="de-AT" dirty="0" err="1"/>
              <a:t>DevContainer</a:t>
            </a:r>
            <a:endParaRPr lang="de-AT" dirty="0"/>
          </a:p>
          <a:p>
            <a:pPr lvl="1"/>
            <a:r>
              <a:rPr lang="de-AT" dirty="0"/>
              <a:t>Alte Linux Version</a:t>
            </a:r>
          </a:p>
          <a:p>
            <a:pPr lvl="1"/>
            <a:r>
              <a:rPr lang="de-AT" dirty="0"/>
              <a:t>Problem bei </a:t>
            </a:r>
            <a:r>
              <a:rPr lang="de-AT" dirty="0" err="1"/>
              <a:t>Mounting</a:t>
            </a:r>
            <a:endParaRPr lang="de-AT" dirty="0"/>
          </a:p>
          <a:p>
            <a:pPr lvl="2"/>
            <a:r>
              <a:rPr lang="de-AT" dirty="0" err="1"/>
              <a:t>iNode</a:t>
            </a:r>
            <a:r>
              <a:rPr lang="de-AT" dirty="0"/>
              <a:t> Größe der Systeme inkompatibel</a:t>
            </a:r>
          </a:p>
          <a:p>
            <a:pPr lvl="1"/>
            <a:r>
              <a:rPr lang="de-AT" dirty="0"/>
              <a:t>Quellcode wird nun kopiert und Artefakt zurückgeschrieben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99C7ED-7E0A-EB0C-792D-6473E8C0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BPP2 – Erstellung Docker Container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20BD70-1EA3-0F94-8185-ED7A47D42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826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77454B-95BE-DFFC-0EE2-D92C768F5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/>
              <a:t>Programmierübungen zum STM32 ohne HAL</a:t>
            </a:r>
          </a:p>
          <a:p>
            <a:pPr lvl="1"/>
            <a:r>
              <a:rPr lang="de-AT" dirty="0"/>
              <a:t>Einstellen der verschiedenen Clocks</a:t>
            </a:r>
          </a:p>
          <a:p>
            <a:pPr lvl="1"/>
            <a:r>
              <a:rPr lang="de-AT" dirty="0" err="1"/>
              <a:t>Timer</a:t>
            </a:r>
            <a:r>
              <a:rPr lang="de-AT" dirty="0"/>
              <a:t> Interrupt Routine des System-</a:t>
            </a:r>
            <a:r>
              <a:rPr lang="de-AT" dirty="0" err="1"/>
              <a:t>Timers</a:t>
            </a:r>
            <a:r>
              <a:rPr lang="de-AT" dirty="0"/>
              <a:t> konfigurieren</a:t>
            </a:r>
          </a:p>
          <a:p>
            <a:pPr lvl="1"/>
            <a:r>
              <a:rPr lang="de-AT" dirty="0"/>
              <a:t>Einstellung Clock Output für externes Gerät</a:t>
            </a:r>
          </a:p>
          <a:p>
            <a:pPr lvl="1"/>
            <a:r>
              <a:rPr lang="de-AT" dirty="0"/>
              <a:t>Ansteuerung von LCD1602 Modul</a:t>
            </a:r>
          </a:p>
          <a:p>
            <a:pPr lvl="1"/>
            <a:r>
              <a:rPr lang="de-AT" dirty="0"/>
              <a:t>Ansteuerung von DHT11 Modul</a:t>
            </a:r>
          </a:p>
          <a:p>
            <a:pPr lvl="1"/>
            <a:endParaRPr lang="de-AT" dirty="0"/>
          </a:p>
          <a:p>
            <a:pPr lvl="1"/>
            <a:endParaRPr lang="de-AT" dirty="0"/>
          </a:p>
          <a:p>
            <a:pPr lvl="1"/>
            <a:endParaRPr lang="de-AT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074432-83C1-4B66-FB2A-70A31D79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1245"/>
            <a:ext cx="10453002" cy="833812"/>
          </a:xfrm>
        </p:spPr>
        <p:txBody>
          <a:bodyPr/>
          <a:lstStyle/>
          <a:p>
            <a:r>
              <a:rPr lang="de-AT" dirty="0"/>
              <a:t>BPP2 – Einarbeitung STM32 </a:t>
            </a:r>
            <a:r>
              <a:rPr lang="de-AT" dirty="0" err="1"/>
              <a:t>Bluepill</a:t>
            </a:r>
            <a:r>
              <a:rPr lang="de-AT" dirty="0"/>
              <a:t> Controller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73F2AF-7C6D-BC03-900F-E6C36CF28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871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46478F0-ECBE-5B48-B3A9-77DAF460436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9999" y="360000"/>
            <a:ext cx="5686785" cy="1225806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de-DE" sz="3600" b="1" dirty="0">
                <a:latin typeface="+mj-lt"/>
              </a:rPr>
              <a:t>Vielen Dank für Ihre Aufmerksamkeit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B40FCF-8BB5-E9C4-0AE2-6BCD4F74AB90}"/>
              </a:ext>
            </a:extLst>
          </p:cNvPr>
          <p:cNvSpPr txBox="1">
            <a:spLocks/>
          </p:cNvSpPr>
          <p:nvPr/>
        </p:nvSpPr>
        <p:spPr>
          <a:xfrm>
            <a:off x="348168" y="5321159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Name: Michael Geuze</a:t>
            </a:r>
          </a:p>
          <a:p>
            <a:r>
              <a:rPr lang="de-DE" dirty="0"/>
              <a:t>Kontakt: </a:t>
            </a:r>
            <a:r>
              <a:rPr lang="de-DE" dirty="0">
                <a:hlinkClick r:id="rId2"/>
              </a:rPr>
              <a:t>michael.geuze@students.fhv.at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386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FHV_Farbpalette 1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C0A1CB"/>
      </a:accent1>
      <a:accent2>
        <a:srgbClr val="ED6E4B"/>
      </a:accent2>
      <a:accent3>
        <a:srgbClr val="FFDB5F"/>
      </a:accent3>
      <a:accent4>
        <a:srgbClr val="99CEF1"/>
      </a:accent4>
      <a:accent5>
        <a:srgbClr val="000000"/>
      </a:accent5>
      <a:accent6>
        <a:srgbClr val="FEFFF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PresentationFormat>Breitbild</PresentationFormat>
  <Paragraphs>118</Paragraphs>
  <Slides>11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</vt:lpstr>
      <vt:lpstr>PowerPoint-Präsentation</vt:lpstr>
      <vt:lpstr>Übersicht</vt:lpstr>
      <vt:lpstr>Partnerunternehmen </vt:lpstr>
      <vt:lpstr>BPP1 - Erstellung eines Fahrdienstrufsystems </vt:lpstr>
      <vt:lpstr>BPP1 – Matter Protokoll und Matter Cluster</vt:lpstr>
      <vt:lpstr>BPP1 – Vertiefung C/C++ Kenntnisse</vt:lpstr>
      <vt:lpstr>BPP2 – Einarbeitung CI/CD Infrastruktur</vt:lpstr>
      <vt:lpstr>BPP2 - CI/CD Infrastruktur - Prozedur</vt:lpstr>
      <vt:lpstr>BPP2 – Erstellung Docker Container</vt:lpstr>
      <vt:lpstr>BPP2 – Einarbeitung STM32 Bluepill Controller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GEUZE Michael</cp:lastModifiedBy>
  <cp:revision>74</cp:revision>
  <dcterms:created xsi:type="dcterms:W3CDTF">2021-08-26T08:13:56Z</dcterms:created>
  <dcterms:modified xsi:type="dcterms:W3CDTF">2023-09-29T09:44:05Z</dcterms:modified>
</cp:coreProperties>
</file>