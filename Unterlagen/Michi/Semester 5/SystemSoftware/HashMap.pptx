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707" r:id="rId2"/>
    <p:sldId id="732" r:id="rId3"/>
    <p:sldId id="733" r:id="rId4"/>
    <p:sldId id="734" r:id="rId5"/>
    <p:sldId id="735" r:id="rId6"/>
    <p:sldId id="736" r:id="rId7"/>
    <p:sldId id="737" r:id="rId8"/>
    <p:sldId id="71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CFF1"/>
    <a:srgbClr val="ED6E4C"/>
    <a:srgbClr val="FFDC5F"/>
    <a:srgbClr val="C0A1CC"/>
    <a:srgbClr val="EE7551"/>
    <a:srgbClr val="C0A9D2"/>
    <a:srgbClr val="AD90B7"/>
    <a:srgbClr val="FDD462"/>
    <a:srgbClr val="84C5E2"/>
    <a:srgbClr val="E46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CB11A-9E64-4427-8DA0-6B758767A90F}" v="2182" dt="2023-11-05T14:58:05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03" autoAdjust="0"/>
    <p:restoredTop sz="75817" autoAdjust="0"/>
  </p:normalViewPr>
  <p:slideViewPr>
    <p:cSldViewPr snapToGrid="0" snapToObjects="1">
      <p:cViewPr varScale="1">
        <p:scale>
          <a:sx n="62" d="100"/>
          <a:sy n="62" d="100"/>
        </p:scale>
        <p:origin x="165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UZE Michael" userId="7745a197-f4b0-4247-9e69-96976d9a4300" providerId="ADAL" clId="{1C9CB11A-9E64-4427-8DA0-6B758767A90F}"/>
    <pc:docChg chg="undo custSel addSld delSld modSld sldOrd">
      <pc:chgData name="GEUZE Michael" userId="7745a197-f4b0-4247-9e69-96976d9a4300" providerId="ADAL" clId="{1C9CB11A-9E64-4427-8DA0-6B758767A90F}" dt="2023-11-05T14:58:05.969" v="2651" actId="20577"/>
      <pc:docMkLst>
        <pc:docMk/>
      </pc:docMkLst>
      <pc:sldChg chg="modSp mod">
        <pc:chgData name="GEUZE Michael" userId="7745a197-f4b0-4247-9e69-96976d9a4300" providerId="ADAL" clId="{1C9CB11A-9E64-4427-8DA0-6B758767A90F}" dt="2023-11-05T14:51:16.386" v="1783" actId="20577"/>
        <pc:sldMkLst>
          <pc:docMk/>
          <pc:sldMk cId="1997982663" sldId="707"/>
        </pc:sldMkLst>
        <pc:spChg chg="mod">
          <ac:chgData name="GEUZE Michael" userId="7745a197-f4b0-4247-9e69-96976d9a4300" providerId="ADAL" clId="{1C9CB11A-9E64-4427-8DA0-6B758767A90F}" dt="2023-11-05T14:51:16.386" v="1783" actId="20577"/>
          <ac:spMkLst>
            <pc:docMk/>
            <pc:sldMk cId="1997982663" sldId="707"/>
            <ac:spMk id="4" creationId="{C08E8184-8488-4ED8-8D62-144B4F7AE05B}"/>
          </ac:spMkLst>
        </pc:spChg>
        <pc:spChg chg="mod">
          <ac:chgData name="GEUZE Michael" userId="7745a197-f4b0-4247-9e69-96976d9a4300" providerId="ADAL" clId="{1C9CB11A-9E64-4427-8DA0-6B758767A90F}" dt="2023-11-05T14:51:14.602" v="1782" actId="20577"/>
          <ac:spMkLst>
            <pc:docMk/>
            <pc:sldMk cId="1997982663" sldId="707"/>
            <ac:spMk id="6" creationId="{59F82932-9255-88EC-D9D5-A40E1EB2904F}"/>
          </ac:spMkLst>
        </pc:spChg>
      </pc:sldChg>
      <pc:sldChg chg="modSp mod">
        <pc:chgData name="GEUZE Michael" userId="7745a197-f4b0-4247-9e69-96976d9a4300" providerId="ADAL" clId="{1C9CB11A-9E64-4427-8DA0-6B758767A90F}" dt="2023-11-05T13:41:22.911" v="155" actId="20577"/>
        <pc:sldMkLst>
          <pc:docMk/>
          <pc:sldMk cId="2823869314" sldId="714"/>
        </pc:sldMkLst>
        <pc:spChg chg="mod">
          <ac:chgData name="GEUZE Michael" userId="7745a197-f4b0-4247-9e69-96976d9a4300" providerId="ADAL" clId="{1C9CB11A-9E64-4427-8DA0-6B758767A90F}" dt="2023-11-05T13:41:18.455" v="148" actId="20577"/>
          <ac:spMkLst>
            <pc:docMk/>
            <pc:sldMk cId="2823869314" sldId="714"/>
            <ac:spMk id="2" creationId="{646478F0-ECBE-5B48-B3A9-77DAF4604364}"/>
          </ac:spMkLst>
        </pc:spChg>
        <pc:spChg chg="mod">
          <ac:chgData name="GEUZE Michael" userId="7745a197-f4b0-4247-9e69-96976d9a4300" providerId="ADAL" clId="{1C9CB11A-9E64-4427-8DA0-6B758767A90F}" dt="2023-11-05T13:41:22.911" v="155" actId="20577"/>
          <ac:spMkLst>
            <pc:docMk/>
            <pc:sldMk cId="2823869314" sldId="714"/>
            <ac:spMk id="3" creationId="{07B40FCF-8BB5-E9C4-0AE2-6BCD4F74AB90}"/>
          </ac:spMkLst>
        </pc:spChg>
      </pc:sldChg>
      <pc:sldChg chg="del">
        <pc:chgData name="GEUZE Michael" userId="7745a197-f4b0-4247-9e69-96976d9a4300" providerId="ADAL" clId="{1C9CB11A-9E64-4427-8DA0-6B758767A90F}" dt="2023-11-05T13:41:04.491" v="99" actId="47"/>
        <pc:sldMkLst>
          <pc:docMk/>
          <pc:sldMk cId="1031644836" sldId="717"/>
        </pc:sldMkLst>
      </pc:sldChg>
      <pc:sldChg chg="del">
        <pc:chgData name="GEUZE Michael" userId="7745a197-f4b0-4247-9e69-96976d9a4300" providerId="ADAL" clId="{1C9CB11A-9E64-4427-8DA0-6B758767A90F}" dt="2023-11-05T13:41:05.972" v="101" actId="47"/>
        <pc:sldMkLst>
          <pc:docMk/>
          <pc:sldMk cId="384043658" sldId="724"/>
        </pc:sldMkLst>
      </pc:sldChg>
      <pc:sldChg chg="del">
        <pc:chgData name="GEUZE Michael" userId="7745a197-f4b0-4247-9e69-96976d9a4300" providerId="ADAL" clId="{1C9CB11A-9E64-4427-8DA0-6B758767A90F}" dt="2023-11-05T13:41:06.012" v="102" actId="47"/>
        <pc:sldMkLst>
          <pc:docMk/>
          <pc:sldMk cId="230790363" sldId="725"/>
        </pc:sldMkLst>
      </pc:sldChg>
      <pc:sldChg chg="del">
        <pc:chgData name="GEUZE Michael" userId="7745a197-f4b0-4247-9e69-96976d9a4300" providerId="ADAL" clId="{1C9CB11A-9E64-4427-8DA0-6B758767A90F}" dt="2023-11-05T13:41:06.072" v="104" actId="47"/>
        <pc:sldMkLst>
          <pc:docMk/>
          <pc:sldMk cId="2881697699" sldId="726"/>
        </pc:sldMkLst>
      </pc:sldChg>
      <pc:sldChg chg="del">
        <pc:chgData name="GEUZE Michael" userId="7745a197-f4b0-4247-9e69-96976d9a4300" providerId="ADAL" clId="{1C9CB11A-9E64-4427-8DA0-6B758767A90F}" dt="2023-11-05T13:41:06.112" v="105" actId="47"/>
        <pc:sldMkLst>
          <pc:docMk/>
          <pc:sldMk cId="3523054365" sldId="731"/>
        </pc:sldMkLst>
      </pc:sldChg>
      <pc:sldChg chg="modSp add del mod modAnim">
        <pc:chgData name="GEUZE Michael" userId="7745a197-f4b0-4247-9e69-96976d9a4300" providerId="ADAL" clId="{1C9CB11A-9E64-4427-8DA0-6B758767A90F}" dt="2023-11-05T14:52:23.749" v="1844" actId="20577"/>
        <pc:sldMkLst>
          <pc:docMk/>
          <pc:sldMk cId="3158267539" sldId="732"/>
        </pc:sldMkLst>
        <pc:spChg chg="mod">
          <ac:chgData name="GEUZE Michael" userId="7745a197-f4b0-4247-9e69-96976d9a4300" providerId="ADAL" clId="{1C9CB11A-9E64-4427-8DA0-6B758767A90F}" dt="2023-11-05T14:52:23.749" v="1844" actId="20577"/>
          <ac:spMkLst>
            <pc:docMk/>
            <pc:sldMk cId="3158267539" sldId="732"/>
            <ac:spMk id="2" creationId="{103E61F1-2678-662A-0B6A-FB92CA6042BA}"/>
          </ac:spMkLst>
        </pc:spChg>
        <pc:spChg chg="mod">
          <ac:chgData name="GEUZE Michael" userId="7745a197-f4b0-4247-9e69-96976d9a4300" providerId="ADAL" clId="{1C9CB11A-9E64-4427-8DA0-6B758767A90F}" dt="2023-11-05T13:42:02.640" v="225" actId="20577"/>
          <ac:spMkLst>
            <pc:docMk/>
            <pc:sldMk cId="3158267539" sldId="732"/>
            <ac:spMk id="3" creationId="{6D99C7ED-7E0A-EB0C-792D-6473E8C013B6}"/>
          </ac:spMkLst>
        </pc:spChg>
        <pc:spChg chg="mod">
          <ac:chgData name="GEUZE Michael" userId="7745a197-f4b0-4247-9e69-96976d9a4300" providerId="ADAL" clId="{1C9CB11A-9E64-4427-8DA0-6B758767A90F}" dt="2023-11-05T14:24:27.661" v="1501" actId="20577"/>
          <ac:spMkLst>
            <pc:docMk/>
            <pc:sldMk cId="3158267539" sldId="732"/>
            <ac:spMk id="4" creationId="{BA20BD70-1EA3-0F94-8185-ED7A47D429BA}"/>
          </ac:spMkLst>
        </pc:spChg>
      </pc:sldChg>
      <pc:sldChg chg="modSp add del mod modAnim modNotesTx">
        <pc:chgData name="GEUZE Michael" userId="7745a197-f4b0-4247-9e69-96976d9a4300" providerId="ADAL" clId="{1C9CB11A-9E64-4427-8DA0-6B758767A90F}" dt="2023-11-05T14:57:03.782" v="2597" actId="20577"/>
        <pc:sldMkLst>
          <pc:docMk/>
          <pc:sldMk cId="4218718003" sldId="733"/>
        </pc:sldMkLst>
        <pc:spChg chg="mod">
          <ac:chgData name="GEUZE Michael" userId="7745a197-f4b0-4247-9e69-96976d9a4300" providerId="ADAL" clId="{1C9CB11A-9E64-4427-8DA0-6B758767A90F}" dt="2023-11-05T13:55:50.316" v="992" actId="5793"/>
          <ac:spMkLst>
            <pc:docMk/>
            <pc:sldMk cId="4218718003" sldId="733"/>
            <ac:spMk id="2" creationId="{AF77454B-95BE-DFFC-0EE2-D92C768F525F}"/>
          </ac:spMkLst>
        </pc:spChg>
        <pc:spChg chg="mod">
          <ac:chgData name="GEUZE Michael" userId="7745a197-f4b0-4247-9e69-96976d9a4300" providerId="ADAL" clId="{1C9CB11A-9E64-4427-8DA0-6B758767A90F}" dt="2023-11-05T13:42:51.286" v="287" actId="20577"/>
          <ac:spMkLst>
            <pc:docMk/>
            <pc:sldMk cId="4218718003" sldId="733"/>
            <ac:spMk id="3" creationId="{C6074432-83C1-4B66-FB2A-70A31D79C0D0}"/>
          </ac:spMkLst>
        </pc:spChg>
        <pc:spChg chg="mod">
          <ac:chgData name="GEUZE Michael" userId="7745a197-f4b0-4247-9e69-96976d9a4300" providerId="ADAL" clId="{1C9CB11A-9E64-4427-8DA0-6B758767A90F}" dt="2023-11-05T14:24:36.520" v="1505" actId="20577"/>
          <ac:spMkLst>
            <pc:docMk/>
            <pc:sldMk cId="4218718003" sldId="733"/>
            <ac:spMk id="4" creationId="{3873F2AF-7C6D-BC03-900F-E6C36CF28B7E}"/>
          </ac:spMkLst>
        </pc:spChg>
      </pc:sldChg>
      <pc:sldChg chg="del">
        <pc:chgData name="GEUZE Michael" userId="7745a197-f4b0-4247-9e69-96976d9a4300" providerId="ADAL" clId="{1C9CB11A-9E64-4427-8DA0-6B758767A90F}" dt="2023-11-05T13:41:06.042" v="103" actId="47"/>
        <pc:sldMkLst>
          <pc:docMk/>
          <pc:sldMk cId="552084233" sldId="734"/>
        </pc:sldMkLst>
      </pc:sldChg>
      <pc:sldChg chg="modSp add mod modAnim modNotesTx">
        <pc:chgData name="GEUZE Michael" userId="7745a197-f4b0-4247-9e69-96976d9a4300" providerId="ADAL" clId="{1C9CB11A-9E64-4427-8DA0-6B758767A90F}" dt="2023-11-05T14:57:06.928" v="2598" actId="20577"/>
        <pc:sldMkLst>
          <pc:docMk/>
          <pc:sldMk cId="1129578690" sldId="734"/>
        </pc:sldMkLst>
        <pc:spChg chg="mod">
          <ac:chgData name="GEUZE Michael" userId="7745a197-f4b0-4247-9e69-96976d9a4300" providerId="ADAL" clId="{1C9CB11A-9E64-4427-8DA0-6B758767A90F}" dt="2023-11-05T14:43:37.466" v="1636" actId="20577"/>
          <ac:spMkLst>
            <pc:docMk/>
            <pc:sldMk cId="1129578690" sldId="734"/>
            <ac:spMk id="2" creationId="{AF77454B-95BE-DFFC-0EE2-D92C768F525F}"/>
          </ac:spMkLst>
        </pc:spChg>
        <pc:spChg chg="mod">
          <ac:chgData name="GEUZE Michael" userId="7745a197-f4b0-4247-9e69-96976d9a4300" providerId="ADAL" clId="{1C9CB11A-9E64-4427-8DA0-6B758767A90F}" dt="2023-11-05T13:52:21.660" v="770" actId="20577"/>
          <ac:spMkLst>
            <pc:docMk/>
            <pc:sldMk cId="1129578690" sldId="734"/>
            <ac:spMk id="3" creationId="{C6074432-83C1-4B66-FB2A-70A31D79C0D0}"/>
          </ac:spMkLst>
        </pc:spChg>
        <pc:spChg chg="mod">
          <ac:chgData name="GEUZE Michael" userId="7745a197-f4b0-4247-9e69-96976d9a4300" providerId="ADAL" clId="{1C9CB11A-9E64-4427-8DA0-6B758767A90F}" dt="2023-11-05T14:24:40.917" v="1509" actId="20577"/>
          <ac:spMkLst>
            <pc:docMk/>
            <pc:sldMk cId="1129578690" sldId="734"/>
            <ac:spMk id="4" creationId="{3873F2AF-7C6D-BC03-900F-E6C36CF28B7E}"/>
          </ac:spMkLst>
        </pc:spChg>
      </pc:sldChg>
      <pc:sldChg chg="addSp delSp modSp add mod ord setBg modAnim modNotesTx">
        <pc:chgData name="GEUZE Michael" userId="7745a197-f4b0-4247-9e69-96976d9a4300" providerId="ADAL" clId="{1C9CB11A-9E64-4427-8DA0-6B758767A90F}" dt="2023-11-05T14:57:09.212" v="2599" actId="20577"/>
        <pc:sldMkLst>
          <pc:docMk/>
          <pc:sldMk cId="1916035664" sldId="735"/>
        </pc:sldMkLst>
        <pc:spChg chg="mod ord">
          <ac:chgData name="GEUZE Michael" userId="7745a197-f4b0-4247-9e69-96976d9a4300" providerId="ADAL" clId="{1C9CB11A-9E64-4427-8DA0-6B758767A90F}" dt="2023-11-05T14:22:03.913" v="1492" actId="26606"/>
          <ac:spMkLst>
            <pc:docMk/>
            <pc:sldMk cId="1916035664" sldId="735"/>
            <ac:spMk id="2" creationId="{AF77454B-95BE-DFFC-0EE2-D92C768F525F}"/>
          </ac:spMkLst>
        </pc:spChg>
        <pc:spChg chg="mod">
          <ac:chgData name="GEUZE Michael" userId="7745a197-f4b0-4247-9e69-96976d9a4300" providerId="ADAL" clId="{1C9CB11A-9E64-4427-8DA0-6B758767A90F}" dt="2023-11-05T14:44:39.362" v="1733" actId="20577"/>
          <ac:spMkLst>
            <pc:docMk/>
            <pc:sldMk cId="1916035664" sldId="735"/>
            <ac:spMk id="3" creationId="{C6074432-83C1-4B66-FB2A-70A31D79C0D0}"/>
          </ac:spMkLst>
        </pc:spChg>
        <pc:spChg chg="mod ord">
          <ac:chgData name="GEUZE Michael" userId="7745a197-f4b0-4247-9e69-96976d9a4300" providerId="ADAL" clId="{1C9CB11A-9E64-4427-8DA0-6B758767A90F}" dt="2023-11-05T14:24:45.078" v="1513" actId="20577"/>
          <ac:spMkLst>
            <pc:docMk/>
            <pc:sldMk cId="1916035664" sldId="735"/>
            <ac:spMk id="4" creationId="{3873F2AF-7C6D-BC03-900F-E6C36CF28B7E}"/>
          </ac:spMkLst>
        </pc:spChg>
        <pc:spChg chg="add del">
          <ac:chgData name="GEUZE Michael" userId="7745a197-f4b0-4247-9e69-96976d9a4300" providerId="ADAL" clId="{1C9CB11A-9E64-4427-8DA0-6B758767A90F}" dt="2023-11-05T14:22:03.913" v="1492" actId="26606"/>
          <ac:spMkLst>
            <pc:docMk/>
            <pc:sldMk cId="1916035664" sldId="735"/>
            <ac:spMk id="13" creationId="{385E1BDC-A9B0-4A87-82E3-F3187F69A802}"/>
          </ac:spMkLst>
        </pc:spChg>
        <pc:spChg chg="add del">
          <ac:chgData name="GEUZE Michael" userId="7745a197-f4b0-4247-9e69-96976d9a4300" providerId="ADAL" clId="{1C9CB11A-9E64-4427-8DA0-6B758767A90F}" dt="2023-11-05T14:22:03.913" v="1492" actId="26606"/>
          <ac:spMkLst>
            <pc:docMk/>
            <pc:sldMk cId="1916035664" sldId="735"/>
            <ac:spMk id="15" creationId="{0990C621-3B8B-4820-8328-D47EF7CE823C}"/>
          </ac:spMkLst>
        </pc:spChg>
        <pc:spChg chg="add del">
          <ac:chgData name="GEUZE Michael" userId="7745a197-f4b0-4247-9e69-96976d9a4300" providerId="ADAL" clId="{1C9CB11A-9E64-4427-8DA0-6B758767A90F}" dt="2023-11-05T14:22:03.913" v="1492" actId="26606"/>
          <ac:spMkLst>
            <pc:docMk/>
            <pc:sldMk cId="1916035664" sldId="735"/>
            <ac:spMk id="17" creationId="{C1A2385B-1D2A-4E17-84FA-6CB7F0AAE473}"/>
          </ac:spMkLst>
        </pc:spChg>
        <pc:spChg chg="add del">
          <ac:chgData name="GEUZE Michael" userId="7745a197-f4b0-4247-9e69-96976d9a4300" providerId="ADAL" clId="{1C9CB11A-9E64-4427-8DA0-6B758767A90F}" dt="2023-11-05T14:22:03.913" v="1492" actId="26606"/>
          <ac:spMkLst>
            <pc:docMk/>
            <pc:sldMk cId="1916035664" sldId="735"/>
            <ac:spMk id="19" creationId="{5E791F2F-79DB-4CC0-9FA1-001E3E91E8B7}"/>
          </ac:spMkLst>
        </pc:spChg>
        <pc:picChg chg="add del mod ord">
          <ac:chgData name="GEUZE Michael" userId="7745a197-f4b0-4247-9e69-96976d9a4300" providerId="ADAL" clId="{1C9CB11A-9E64-4427-8DA0-6B758767A90F}" dt="2023-11-05T14:40:47.093" v="1572" actId="478"/>
          <ac:picMkLst>
            <pc:docMk/>
            <pc:sldMk cId="1916035664" sldId="735"/>
            <ac:picMk id="6" creationId="{26096EF4-534A-CC2F-F4F2-55AB731AC314}"/>
          </ac:picMkLst>
        </pc:picChg>
        <pc:picChg chg="add del mod">
          <ac:chgData name="GEUZE Michael" userId="7745a197-f4b0-4247-9e69-96976d9a4300" providerId="ADAL" clId="{1C9CB11A-9E64-4427-8DA0-6B758767A90F}" dt="2023-11-05T14:40:48.255" v="1573" actId="478"/>
          <ac:picMkLst>
            <pc:docMk/>
            <pc:sldMk cId="1916035664" sldId="735"/>
            <ac:picMk id="8" creationId="{C501197C-01DB-8879-F8DB-21CC0E7457EB}"/>
          </ac:picMkLst>
        </pc:picChg>
        <pc:picChg chg="add mod">
          <ac:chgData name="GEUZE Michael" userId="7745a197-f4b0-4247-9e69-96976d9a4300" providerId="ADAL" clId="{1C9CB11A-9E64-4427-8DA0-6B758767A90F}" dt="2023-11-05T14:41:51.747" v="1579" actId="14100"/>
          <ac:picMkLst>
            <pc:docMk/>
            <pc:sldMk cId="1916035664" sldId="735"/>
            <ac:picMk id="10" creationId="{BB515AD9-BFA5-F070-A077-91FCA74205FD}"/>
          </ac:picMkLst>
        </pc:picChg>
        <pc:picChg chg="add mod">
          <ac:chgData name="GEUZE Michael" userId="7745a197-f4b0-4247-9e69-96976d9a4300" providerId="ADAL" clId="{1C9CB11A-9E64-4427-8DA0-6B758767A90F}" dt="2023-11-05T14:41:48.942" v="1578" actId="14100"/>
          <ac:picMkLst>
            <pc:docMk/>
            <pc:sldMk cId="1916035664" sldId="735"/>
            <ac:picMk id="12" creationId="{D1BA5201-5426-794D-0810-9189EB07B9A8}"/>
          </ac:picMkLst>
        </pc:picChg>
        <pc:picChg chg="add del">
          <ac:chgData name="GEUZE Michael" userId="7745a197-f4b0-4247-9e69-96976d9a4300" providerId="ADAL" clId="{1C9CB11A-9E64-4427-8DA0-6B758767A90F}" dt="2023-11-05T14:41:57.985" v="1581" actId="22"/>
          <ac:picMkLst>
            <pc:docMk/>
            <pc:sldMk cId="1916035664" sldId="735"/>
            <ac:picMk id="16" creationId="{0EE5DB55-BB43-20BA-3BEA-AA8873526BCE}"/>
          </ac:picMkLst>
        </pc:picChg>
      </pc:sldChg>
      <pc:sldChg chg="del">
        <pc:chgData name="GEUZE Michael" userId="7745a197-f4b0-4247-9e69-96976d9a4300" providerId="ADAL" clId="{1C9CB11A-9E64-4427-8DA0-6B758767A90F}" dt="2023-11-05T13:41:05.161" v="100" actId="47"/>
        <pc:sldMkLst>
          <pc:docMk/>
          <pc:sldMk cId="3149729269" sldId="735"/>
        </pc:sldMkLst>
      </pc:sldChg>
      <pc:sldChg chg="addSp delSp modSp add mod modAnim modNotesTx">
        <pc:chgData name="GEUZE Michael" userId="7745a197-f4b0-4247-9e69-96976d9a4300" providerId="ADAL" clId="{1C9CB11A-9E64-4427-8DA0-6B758767A90F}" dt="2023-11-05T14:57:11.325" v="2600" actId="20577"/>
        <pc:sldMkLst>
          <pc:docMk/>
          <pc:sldMk cId="1759443676" sldId="736"/>
        </pc:sldMkLst>
        <pc:spChg chg="mod">
          <ac:chgData name="GEUZE Michael" userId="7745a197-f4b0-4247-9e69-96976d9a4300" providerId="ADAL" clId="{1C9CB11A-9E64-4427-8DA0-6B758767A90F}" dt="2023-11-05T14:43:14.951" v="1631" actId="20577"/>
          <ac:spMkLst>
            <pc:docMk/>
            <pc:sldMk cId="1759443676" sldId="736"/>
            <ac:spMk id="3" creationId="{C6074432-83C1-4B66-FB2A-70A31D79C0D0}"/>
          </ac:spMkLst>
        </pc:spChg>
        <pc:picChg chg="add mod">
          <ac:chgData name="GEUZE Michael" userId="7745a197-f4b0-4247-9e69-96976d9a4300" providerId="ADAL" clId="{1C9CB11A-9E64-4427-8DA0-6B758767A90F}" dt="2023-11-05T14:43:03.102" v="1595" actId="1038"/>
          <ac:picMkLst>
            <pc:docMk/>
            <pc:sldMk cId="1759443676" sldId="736"/>
            <ac:picMk id="6" creationId="{0AC3DED5-92C0-AC69-3F0E-71488AC71CB8}"/>
          </ac:picMkLst>
        </pc:picChg>
        <pc:picChg chg="del">
          <ac:chgData name="GEUZE Michael" userId="7745a197-f4b0-4247-9e69-96976d9a4300" providerId="ADAL" clId="{1C9CB11A-9E64-4427-8DA0-6B758767A90F}" dt="2023-11-05T14:42:08.667" v="1584" actId="478"/>
          <ac:picMkLst>
            <pc:docMk/>
            <pc:sldMk cId="1759443676" sldId="736"/>
            <ac:picMk id="10" creationId="{BB515AD9-BFA5-F070-A077-91FCA74205FD}"/>
          </ac:picMkLst>
        </pc:picChg>
        <pc:picChg chg="del">
          <ac:chgData name="GEUZE Michael" userId="7745a197-f4b0-4247-9e69-96976d9a4300" providerId="ADAL" clId="{1C9CB11A-9E64-4427-8DA0-6B758767A90F}" dt="2023-11-05T14:42:07.323" v="1583" actId="478"/>
          <ac:picMkLst>
            <pc:docMk/>
            <pc:sldMk cId="1759443676" sldId="736"/>
            <ac:picMk id="12" creationId="{D1BA5201-5426-794D-0810-9189EB07B9A8}"/>
          </ac:picMkLst>
        </pc:picChg>
      </pc:sldChg>
      <pc:sldChg chg="addSp delSp modSp add mod delAnim modAnim modNotesTx">
        <pc:chgData name="GEUZE Michael" userId="7745a197-f4b0-4247-9e69-96976d9a4300" providerId="ADAL" clId="{1C9CB11A-9E64-4427-8DA0-6B758767A90F}" dt="2023-11-05T14:58:05.969" v="2651" actId="20577"/>
        <pc:sldMkLst>
          <pc:docMk/>
          <pc:sldMk cId="231949777" sldId="737"/>
        </pc:sldMkLst>
        <pc:spChg chg="mod">
          <ac:chgData name="GEUZE Michael" userId="7745a197-f4b0-4247-9e69-96976d9a4300" providerId="ADAL" clId="{1C9CB11A-9E64-4427-8DA0-6B758767A90F}" dt="2023-11-05T14:52:37.857" v="1895" actId="20577"/>
          <ac:spMkLst>
            <pc:docMk/>
            <pc:sldMk cId="231949777" sldId="737"/>
            <ac:spMk id="3" creationId="{C6074432-83C1-4B66-FB2A-70A31D79C0D0}"/>
          </ac:spMkLst>
        </pc:spChg>
        <pc:spChg chg="add mod">
          <ac:chgData name="GEUZE Michael" userId="7745a197-f4b0-4247-9e69-96976d9a4300" providerId="ADAL" clId="{1C9CB11A-9E64-4427-8DA0-6B758767A90F}" dt="2023-11-05T14:58:05.969" v="2651" actId="20577"/>
          <ac:spMkLst>
            <pc:docMk/>
            <pc:sldMk cId="231949777" sldId="737"/>
            <ac:spMk id="5" creationId="{037B8F9F-933D-C08F-5CC9-13A10373C137}"/>
          </ac:spMkLst>
        </pc:spChg>
        <pc:picChg chg="del">
          <ac:chgData name="GEUZE Michael" userId="7745a197-f4b0-4247-9e69-96976d9a4300" providerId="ADAL" clId="{1C9CB11A-9E64-4427-8DA0-6B758767A90F}" dt="2023-11-05T14:52:39.534" v="1896" actId="478"/>
          <ac:picMkLst>
            <pc:docMk/>
            <pc:sldMk cId="231949777" sldId="737"/>
            <ac:picMk id="6" creationId="{0AC3DED5-92C0-AC69-3F0E-71488AC71CB8}"/>
          </ac:picMkLst>
        </pc:picChg>
      </pc:sldChg>
      <pc:sldChg chg="add del">
        <pc:chgData name="GEUZE Michael" userId="7745a197-f4b0-4247-9e69-96976d9a4300" providerId="ADAL" clId="{1C9CB11A-9E64-4427-8DA0-6B758767A90F}" dt="2023-11-05T14:52:45.383" v="1898"/>
        <pc:sldMkLst>
          <pc:docMk/>
          <pc:sldMk cId="2634183905" sldId="7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39587-6673-417D-A719-2C249C2F35CF}" type="datetimeFigureOut">
              <a:rPr lang="de-AT" smtClean="0"/>
              <a:t>05.11.2023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4086B-B138-4A3E-85DC-A9BE7B31502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546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02846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4851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58294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74899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6603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5030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-452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368300"/>
            <a:ext cx="1503556" cy="1503556"/>
          </a:xfrm>
          <a:prstGeom prst="rect">
            <a:avLst/>
          </a:prstGeom>
        </p:spPr>
      </p:pic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AC2916B-617B-EA4A-AF07-5419FA25F9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C8F07F7-4AF6-7844-89E0-DC259179FC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A921CC9-102C-354E-9CE6-FC36CD10B9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99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25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7A5B86AF-B266-D044-9E9C-5EAC8D79A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4148B4CC-C7B6-F440-863B-919D48EA5E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B9DA9277-0C79-434C-B83E-F7887E069C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1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 userDrawn="1">
          <p15:clr>
            <a:srgbClr val="FBAE40"/>
          </p15:clr>
        </p15:guide>
        <p15:guide id="5" orient="horz" pos="232" userDrawn="1">
          <p15:clr>
            <a:srgbClr val="FBAE40"/>
          </p15:clr>
        </p15:guide>
        <p15:guide id="7" pos="7446" userDrawn="1">
          <p15:clr>
            <a:srgbClr val="FBAE40"/>
          </p15:clr>
        </p15:guide>
        <p15:guide id="8" pos="16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0FF76A8C-396A-1E4D-A555-CBE0BAF187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2BCD34F-D291-A444-86E1-5B5E890F4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4727343"/>
            <a:ext cx="1503556" cy="150355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EEF7E9D-2162-414F-AA02-E7654809A1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0AFA8B4F-2EC3-4640-9F76-27BFA491D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876887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4727343"/>
            <a:ext cx="1503556" cy="1503556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6B2C8743-DEBE-0748-9839-B437082EE2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8E4BFB8-FFE3-104C-A971-6AF8B607A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9" name="Textplatzhalter 2">
            <a:extLst>
              <a:ext uri="{FF2B5EF4-FFF2-40B4-BE49-F238E27FC236}">
                <a16:creationId xmlns:a16="http://schemas.microsoft.com/office/drawing/2014/main" id="{CBC36C8C-6EE5-7746-8334-5FF31A031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073305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1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F99F9E31-4338-5D4A-9C45-EA69CA833C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1CD502F-3F38-1B4F-B870-4D0E2E70F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B03D660-DEB7-0642-904C-6DD51DE9E0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9" name="Textplatzhalter 2">
            <a:extLst>
              <a:ext uri="{FF2B5EF4-FFF2-40B4-BE49-F238E27FC236}">
                <a16:creationId xmlns:a16="http://schemas.microsoft.com/office/drawing/2014/main" id="{BF12E0B6-11CC-6640-BDA2-BB1359055A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2799091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6FD6010D-6512-4046-A0A0-42D998E88F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2AF821E-7F4C-FA4C-BA2D-EC2FFEFD2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5E96AE8-08EB-DE4B-99C1-8050F3D8CA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EB34760-93C4-3F4F-BBC5-0B9F6D3232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795127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4B954AC-C73F-5449-AF65-CAE342422F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</p:txBody>
      </p:sp>
    </p:spTree>
    <p:extLst>
      <p:ext uri="{BB962C8B-B14F-4D97-AF65-F5344CB8AC3E}">
        <p14:creationId xmlns:p14="http://schemas.microsoft.com/office/powerpoint/2010/main" val="1119043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5436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3">
    <p:bg>
      <p:bgPr>
        <a:solidFill>
          <a:srgbClr val="ED6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4761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4">
    <p:bg>
      <p:bgPr>
        <a:solidFill>
          <a:srgbClr val="9AC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756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_Folie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96B7C7A7-E104-F742-8A3A-4EE7F0D18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29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zelne_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51113"/>
            <a:ext cx="8933224" cy="465151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Char char="§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3400"/>
              </a:lnSpc>
              <a:spcAft>
                <a:spcPts val="0"/>
              </a:spcAft>
              <a:buFont typeface="Wingdings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 Punkt 1</a:t>
            </a:r>
          </a:p>
          <a:p>
            <a:pPr lvl="0"/>
            <a:r>
              <a:rPr lang="de-DE" dirty="0"/>
              <a:t> Punkt 2
 Punkt 3</a:t>
            </a:r>
          </a:p>
          <a:p>
            <a:pPr lvl="1"/>
            <a:r>
              <a:rPr lang="de-DE" dirty="0"/>
              <a:t> Unterpunkt</a:t>
            </a:r>
          </a:p>
          <a:p>
            <a:pPr lvl="1"/>
            <a:r>
              <a:rPr lang="de-DE" dirty="0"/>
              <a:t> Unterpunkt</a:t>
            </a: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E940482-9150-D444-902A-A91A745BC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4E371511-A761-BA47-B74B-E898BAA68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A0963EC-4099-F943-B350-C09A3ECE54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9284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21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ere_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1"/>
            <a:ext cx="8933224" cy="46626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Char char="§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 Ganzer Satz oder Absatz.</a:t>
            </a:r>
          </a:p>
          <a:p>
            <a:r>
              <a:rPr lang="de-DE" dirty="0"/>
              <a:t> Ganzer Satz oder Absatz. Der Satz</a:t>
            </a:r>
            <a:br>
              <a:rPr lang="de-DE" dirty="0"/>
            </a:br>
            <a:r>
              <a:rPr lang="de-DE" dirty="0"/>
              <a:t> kann auch länger sein.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09CDAE5-CD32-EF4F-A8BB-2DFDB51C79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9">
            <a:extLst>
              <a:ext uri="{FF2B5EF4-FFF2-40B4-BE49-F238E27FC236}">
                <a16:creationId xmlns:a16="http://schemas.microsoft.com/office/drawing/2014/main" id="{2E361231-3EE8-AA4B-BD19-102181D3C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33DFEF30-F9D4-F143-B64E-71168FF526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8355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Absat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1"/>
            <a:ext cx="8933224" cy="466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Ganzer Absatz zum Inhalt über mehrere Zeilen. Hier kommt ein Textblock.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290A960-B63E-544D-A4EE-572FC172A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9">
            <a:extLst>
              <a:ext uri="{FF2B5EF4-FFF2-40B4-BE49-F238E27FC236}">
                <a16:creationId xmlns:a16="http://schemas.microsoft.com/office/drawing/2014/main" id="{CE0D26B6-BD4D-B545-B56F-EB3900ECE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FB968468-2BFF-1645-95FF-B2451838FE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5390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0"/>
            <a:ext cx="4232740" cy="466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Ganzer Absatz zum Inhalt über mehrere Zeilen. Hier kommt ein Textblock.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8E4AA3E-24ED-2F49-8DF0-0DBDD2DDEE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1941DC95-7B1E-D74D-85D6-44F465D5E9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3217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 9">
            <a:extLst>
              <a:ext uri="{FF2B5EF4-FFF2-40B4-BE49-F238E27FC236}">
                <a16:creationId xmlns:a16="http://schemas.microsoft.com/office/drawing/2014/main" id="{97A7F19C-1DBF-B642-89FC-1D4B4C4787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361245"/>
            <a:ext cx="4232740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75530193-DACF-E846-9486-023293024E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6334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_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34064E5-22AA-C84A-AC5B-27B0B699D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045" y="360001"/>
            <a:ext cx="8933180" cy="5742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1252570-3950-6B4C-865D-0E5A8B346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Rectangle 13">
            <a:extLst>
              <a:ext uri="{FF2B5EF4-FFF2-40B4-BE49-F238E27FC236}">
                <a16:creationId xmlns:a16="http://schemas.microsoft.com/office/drawing/2014/main" id="{31C8B32F-4D56-174E-A771-87E210D855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5980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1B8B188-9AA2-E34D-A68A-79D44DDB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1EF1C089-A2A0-C94A-8963-27C765AB8B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22872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F54EBA-4E84-C741-9BF8-C2DF321795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044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471B505-BE7F-CD46-9CC3-EFAD2D707E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3935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14F622B-6A6B-0F40-AD79-922EC5E920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96D2A40-D362-FA49-9EB0-CC774A821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42329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1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ACAB97D-FBC4-3147-B6CD-7D0CACAA03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E1F669FF-41F4-3649-8D86-2F8E295282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278337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BBE545D-7328-0946-B07A-AD9A5BDEE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2D6247AB-C4DF-4542-9F69-90AC119D1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148462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use / Abschlus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BBE545D-7328-0946-B07A-AD9A5BDEE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18804F9F-5D82-6846-842F-F9004786E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801025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2">
    <p:bg>
      <p:bgPr>
        <a:solidFill>
          <a:srgbClr val="C0A1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C175180-171A-FA46-A32A-29417871A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47BC2E58-06BA-CF45-9A66-64A1226B4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880089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FDCC34A-5970-1B4E-9DB5-4BA9098FB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93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05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1" r:id="rId2"/>
    <p:sldLayoutId id="2147483666" r:id="rId3"/>
    <p:sldLayoutId id="2147483678" r:id="rId4"/>
    <p:sldLayoutId id="2147483674" r:id="rId5"/>
    <p:sldLayoutId id="2147483676" r:id="rId6"/>
    <p:sldLayoutId id="2147483663" r:id="rId7"/>
    <p:sldLayoutId id="2147483664" r:id="rId8"/>
    <p:sldLayoutId id="2147483684" r:id="rId9"/>
    <p:sldLayoutId id="2147483685" r:id="rId10"/>
    <p:sldLayoutId id="2147483650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9" r:id="rId18"/>
    <p:sldLayoutId id="2147483680" r:id="rId19"/>
    <p:sldLayoutId id="2147483681" r:id="rId20"/>
    <p:sldLayoutId id="2147483683" r:id="rId21"/>
    <p:sldLayoutId id="2147483682" r:id="rId22"/>
    <p:sldLayoutId id="2147483665" r:id="rId2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michael.geuze@students.fhv.at" TargetMode="Externa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8E8184-8488-4ED8-8D62-144B4F7AE0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Hash maps: How do they work?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59F82932-9255-88EC-D9D5-A40E1EB2904F}"/>
              </a:ext>
            </a:extLst>
          </p:cNvPr>
          <p:cNvSpPr txBox="1">
            <a:spLocks/>
          </p:cNvSpPr>
          <p:nvPr/>
        </p:nvSpPr>
        <p:spPr>
          <a:xfrm>
            <a:off x="348168" y="5321159"/>
            <a:ext cx="6176200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Studies: </a:t>
            </a:r>
            <a:r>
              <a:rPr lang="de-DE" dirty="0" err="1"/>
              <a:t>Electrical</a:t>
            </a:r>
            <a:r>
              <a:rPr lang="de-DE" dirty="0"/>
              <a:t> Engineering</a:t>
            </a:r>
          </a:p>
          <a:p>
            <a:r>
              <a:rPr lang="de-DE" dirty="0"/>
              <a:t>Course: System- and Softwareengineering</a:t>
            </a:r>
          </a:p>
          <a:p>
            <a:r>
              <a:rPr lang="de-DE" dirty="0"/>
              <a:t>Semester: 5</a:t>
            </a:r>
          </a:p>
        </p:txBody>
      </p:sp>
    </p:spTree>
    <p:extLst>
      <p:ext uri="{BB962C8B-B14F-4D97-AF65-F5344CB8AC3E}">
        <p14:creationId xmlns:p14="http://schemas.microsoft.com/office/powerpoint/2010/main" val="19979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03E61F1-2678-662A-0B6A-FB92CA6042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What is a Hash algorithm?</a:t>
            </a:r>
          </a:p>
          <a:p>
            <a:r>
              <a:rPr lang="en-US" dirty="0"/>
              <a:t>What is a Hash-map?</a:t>
            </a:r>
          </a:p>
          <a:p>
            <a:r>
              <a:rPr lang="en-US" dirty="0"/>
              <a:t>Hash-map example – adding values</a:t>
            </a:r>
          </a:p>
          <a:p>
            <a:r>
              <a:rPr lang="en-US" dirty="0"/>
              <a:t>Hash-map example – bucket extension</a:t>
            </a:r>
          </a:p>
          <a:p>
            <a:r>
              <a:rPr lang="en-US" dirty="0"/>
              <a:t>Asymptotic runtime complexity (ARC) evaluation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99C7ED-7E0A-EB0C-792D-6473E8C0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Table of contents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20BD70-1EA3-0F94-8185-ED7A47D42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Page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8267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Produces for a given input x0 always the same output y0</a:t>
            </a:r>
          </a:p>
          <a:p>
            <a:r>
              <a:rPr lang="en-US" dirty="0"/>
              <a:t>A small change on the input x0 to x1 usually creates a greatly differing output y1</a:t>
            </a:r>
            <a:endParaRPr lang="en-US" noProof="0" dirty="0"/>
          </a:p>
          <a:p>
            <a:r>
              <a:rPr lang="en-US" dirty="0"/>
              <a:t>Can produce for a differing input x2 the same output y0</a:t>
            </a:r>
          </a:p>
          <a:p>
            <a:r>
              <a:rPr lang="en-US" noProof="0" dirty="0"/>
              <a:t>When two differing inputs x0 and x2 create the </a:t>
            </a:r>
            <a:r>
              <a:rPr lang="en-US" dirty="0"/>
              <a:t>same output  y0 </a:t>
            </a:r>
            <a:r>
              <a:rPr lang="en-US" noProof="0" dirty="0"/>
              <a:t>it is called a collision</a:t>
            </a:r>
          </a:p>
          <a:p>
            <a:r>
              <a:rPr lang="en-US" noProof="0" dirty="0"/>
              <a:t>Used for checksums, cryptograph</a:t>
            </a:r>
            <a:r>
              <a:rPr lang="en-US" dirty="0"/>
              <a:t>y and obviously hash-maps</a:t>
            </a:r>
          </a:p>
          <a:p>
            <a:pPr lvl="1"/>
            <a:r>
              <a:rPr lang="en-US" noProof="0" dirty="0"/>
              <a:t>The purpose of these hash functions differ in their properties like speed, collision probability, …</a:t>
            </a:r>
          </a:p>
          <a:p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/>
          <a:lstStyle/>
          <a:p>
            <a:r>
              <a:rPr lang="en-US" noProof="0" dirty="0"/>
              <a:t>Hash algorithm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Page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871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Given a map with length l</a:t>
            </a:r>
          </a:p>
          <a:p>
            <a:r>
              <a:rPr lang="en-US" noProof="0" dirty="0"/>
              <a:t>For a given input x0 the hash value gets calculated</a:t>
            </a:r>
          </a:p>
          <a:p>
            <a:r>
              <a:rPr lang="en-US" dirty="0"/>
              <a:t>Now we save the input in the bucket (hash value mod l)</a:t>
            </a:r>
          </a:p>
          <a:p>
            <a:r>
              <a:rPr lang="en-US" dirty="0"/>
              <a:t>If there is no entry yet there, perfect -&gt; no collision</a:t>
            </a:r>
          </a:p>
          <a:p>
            <a:r>
              <a:rPr lang="en-US" noProof="0" dirty="0"/>
              <a:t>If there are a few entries there, okay -&gt; search linear</a:t>
            </a:r>
          </a:p>
          <a:p>
            <a:r>
              <a:rPr lang="en-US" dirty="0"/>
              <a:t>If there are too much entries there, expand list, and copy/move every value out of their bucket into the new list as described</a:t>
            </a:r>
          </a:p>
          <a:p>
            <a:pPr lvl="1"/>
            <a:r>
              <a:rPr lang="en-US" noProof="0" dirty="0"/>
              <a:t>These are the humps in the ARC-graph</a:t>
            </a:r>
          </a:p>
          <a:p>
            <a:endParaRPr lang="en-US" noProof="0" dirty="0"/>
          </a:p>
          <a:p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/>
          <a:lstStyle/>
          <a:p>
            <a:r>
              <a:rPr lang="en-US" noProof="0" dirty="0"/>
              <a:t>Hash map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Page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957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/>
          </a:p>
          <a:p>
            <a:endParaRPr lang="en-US" noProof="0"/>
          </a:p>
          <a:p>
            <a:pPr lvl="1"/>
            <a:endParaRPr lang="en-US" noProof="0"/>
          </a:p>
          <a:p>
            <a:pPr lvl="1"/>
            <a:endParaRPr lang="en-US" noProof="0"/>
          </a:p>
          <a:p>
            <a:pPr lvl="1"/>
            <a:endParaRPr lang="en-US" noProof="0"/>
          </a:p>
          <a:p>
            <a:pPr lvl="1"/>
            <a:endParaRPr lang="en-US" noProof="0"/>
          </a:p>
          <a:p>
            <a:pPr lvl="1"/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/>
          <a:lstStyle/>
          <a:p>
            <a:r>
              <a:rPr lang="en-US" noProof="0" dirty="0"/>
              <a:t>Hash map example – adding values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Page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</a:t>
            </a:fld>
            <a:endParaRPr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B515AD9-BFA5-F070-A077-91FCA7420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195057"/>
            <a:ext cx="7215408" cy="217055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1BA5201-5426-794D-0810-9189EB07B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9" y="3534033"/>
            <a:ext cx="7215409" cy="239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3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/>
          <a:lstStyle/>
          <a:p>
            <a:r>
              <a:rPr lang="en-US" noProof="0" dirty="0"/>
              <a:t>Hash map – example – bucket extension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Page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</a:t>
            </a:fld>
            <a:endParaRPr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C3DED5-92C0-AC69-3F0E-71488AC71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195057"/>
            <a:ext cx="8438511" cy="395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4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/>
          <a:lstStyle/>
          <a:p>
            <a:r>
              <a:rPr lang="en-US" noProof="0" dirty="0"/>
              <a:t>Asymptotic runtime complexity evaluation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Page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7</a:t>
            </a:fld>
            <a:endParaRPr dirty="0"/>
          </a:p>
        </p:txBody>
      </p:sp>
      <p:sp>
        <p:nvSpPr>
          <p:cNvPr id="5" name="Textplatzhalter 1">
            <a:extLst>
              <a:ext uri="{FF2B5EF4-FFF2-40B4-BE49-F238E27FC236}">
                <a16:creationId xmlns:a16="http://schemas.microsoft.com/office/drawing/2014/main" id="{037B8F9F-933D-C08F-5CC9-13A10373C137}"/>
              </a:ext>
            </a:extLst>
          </p:cNvPr>
          <p:cNvSpPr txBox="1">
            <a:spLocks/>
          </p:cNvSpPr>
          <p:nvPr/>
        </p:nvSpPr>
        <p:spPr>
          <a:xfrm>
            <a:off x="512400" y="1603513"/>
            <a:ext cx="8933224" cy="465151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3400"/>
              </a:lnSpc>
              <a:spcBef>
                <a:spcPts val="500"/>
              </a:spcBef>
              <a:spcAft>
                <a:spcPts val="0"/>
              </a:spcAft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 there is no collision, we can access directly through our hash map to the bucket where the value would be or is stored</a:t>
            </a:r>
          </a:p>
          <a:p>
            <a:r>
              <a:rPr lang="en-US" dirty="0"/>
              <a:t>For every collision we must linearly search through the bucket with O(n) where n are the collisions in this bucket</a:t>
            </a:r>
          </a:p>
          <a:p>
            <a:r>
              <a:rPr lang="en-US" dirty="0"/>
              <a:t>When there are too many collisions in one bucket, we must expand the list and create </a:t>
            </a:r>
            <a:r>
              <a:rPr lang="en-US"/>
              <a:t>more buckets to </a:t>
            </a:r>
            <a:r>
              <a:rPr lang="en-US" dirty="0"/>
              <a:t>keep our promise of O(1)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4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46478F0-ECBE-5B48-B3A9-77DAF460436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09215" y="278106"/>
            <a:ext cx="5686785" cy="1225806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en-US" sz="3600" b="1" noProof="0" dirty="0">
                <a:latin typeface="+mj-lt"/>
              </a:rPr>
              <a:t>Thank you for your attention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B40FCF-8BB5-E9C4-0AE2-6BCD4F74AB90}"/>
              </a:ext>
            </a:extLst>
          </p:cNvPr>
          <p:cNvSpPr txBox="1">
            <a:spLocks/>
          </p:cNvSpPr>
          <p:nvPr/>
        </p:nvSpPr>
        <p:spPr>
          <a:xfrm>
            <a:off x="348168" y="5321159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Name: Michael Geuze</a:t>
            </a:r>
          </a:p>
          <a:p>
            <a:r>
              <a:rPr lang="de-DE" dirty="0"/>
              <a:t>Contact: </a:t>
            </a:r>
            <a:r>
              <a:rPr lang="de-DE" dirty="0">
                <a:hlinkClick r:id="rId2"/>
              </a:rPr>
              <a:t>michael.geuze@students.fhv.at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386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FHV_Farbpalette 1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C0A1CB"/>
      </a:accent1>
      <a:accent2>
        <a:srgbClr val="ED6E4B"/>
      </a:accent2>
      <a:accent3>
        <a:srgbClr val="FFDB5F"/>
      </a:accent3>
      <a:accent4>
        <a:srgbClr val="99CEF1"/>
      </a:accent4>
      <a:accent5>
        <a:srgbClr val="000000"/>
      </a:accent5>
      <a:accent6>
        <a:srgbClr val="FEFFFF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PresentationFormat>Breitbild</PresentationFormat>
  <Paragraphs>74</Paragraphs>
  <Slides>8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</vt:lpstr>
      <vt:lpstr>PowerPoint-Präsentation</vt:lpstr>
      <vt:lpstr>Table of contents</vt:lpstr>
      <vt:lpstr>Hash algorithm</vt:lpstr>
      <vt:lpstr>Hash map</vt:lpstr>
      <vt:lpstr>Hash map example – adding values </vt:lpstr>
      <vt:lpstr>Hash map – example – bucket extension </vt:lpstr>
      <vt:lpstr>Asymptotic runtime complexity evaluation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lastModifiedBy>GEUZE Michael</cp:lastModifiedBy>
  <cp:revision>75</cp:revision>
  <dcterms:created xsi:type="dcterms:W3CDTF">2021-08-26T08:13:56Z</dcterms:created>
  <dcterms:modified xsi:type="dcterms:W3CDTF">2023-11-05T14:58:07Z</dcterms:modified>
</cp:coreProperties>
</file>