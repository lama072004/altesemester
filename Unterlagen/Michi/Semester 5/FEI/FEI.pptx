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707" r:id="rId2"/>
    <p:sldId id="738" r:id="rId3"/>
    <p:sldId id="734" r:id="rId4"/>
    <p:sldId id="740" r:id="rId5"/>
    <p:sldId id="741" r:id="rId6"/>
    <p:sldId id="742" r:id="rId7"/>
    <p:sldId id="756" r:id="rId8"/>
    <p:sldId id="745" r:id="rId9"/>
    <p:sldId id="754" r:id="rId10"/>
    <p:sldId id="752" r:id="rId11"/>
    <p:sldId id="753" r:id="rId12"/>
    <p:sldId id="755" r:id="rId13"/>
    <p:sldId id="751" r:id="rId14"/>
    <p:sldId id="714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CFF1"/>
    <a:srgbClr val="ED6E4C"/>
    <a:srgbClr val="FFDC5F"/>
    <a:srgbClr val="C0A1CC"/>
    <a:srgbClr val="EE7551"/>
    <a:srgbClr val="C0A9D2"/>
    <a:srgbClr val="AD90B7"/>
    <a:srgbClr val="FDD462"/>
    <a:srgbClr val="84C5E2"/>
    <a:srgbClr val="E46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B15CBD-7587-7BA7-87F0-58005FAC8F74}" v="163" dt="2023-12-21T12:52:31.084"/>
    <p1510:client id="{9917B71B-9F07-478B-8C75-9593E3E8A6E0}" v="2589" dt="2023-12-21T12:47:46.419"/>
    <p1510:client id="{D0B13C30-1E09-DCB9-455F-2381A5BF0B30}" v="167" dt="2023-12-21T12:36:53.4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GOLD Stefan" userId="S::sma4894@students.fhv.at::d6f96fda-788b-42ef-b808-3f6364b0038d" providerId="AD" clId="Web-{69A42624-D9F8-31ED-5D89-A4A9CC33FD94}"/>
    <pc:docChg chg="addSld delSld modSld sldOrd addSection delSection">
      <pc:chgData name="MANGOLD Stefan" userId="S::sma4894@students.fhv.at::d6f96fda-788b-42ef-b808-3f6364b0038d" providerId="AD" clId="Web-{69A42624-D9F8-31ED-5D89-A4A9CC33FD94}" dt="2023-12-19T13:34:40.025" v="1643" actId="20577"/>
      <pc:docMkLst>
        <pc:docMk/>
      </pc:docMkLst>
      <pc:sldChg chg="modSp new del ord">
        <pc:chgData name="MANGOLD Stefan" userId="S::sma4894@students.fhv.at::d6f96fda-788b-42ef-b808-3f6364b0038d" providerId="AD" clId="Web-{69A42624-D9F8-31ED-5D89-A4A9CC33FD94}" dt="2023-12-19T13:10:01.368" v="776"/>
        <pc:sldMkLst>
          <pc:docMk/>
          <pc:sldMk cId="3345992231" sldId="743"/>
        </pc:sldMkLst>
        <pc:spChg chg="mod">
          <ac:chgData name="MANGOLD Stefan" userId="S::sma4894@students.fhv.at::d6f96fda-788b-42ef-b808-3f6364b0038d" providerId="AD" clId="Web-{69A42624-D9F8-31ED-5D89-A4A9CC33FD94}" dt="2023-12-19T12:39:29.306" v="77" actId="20577"/>
          <ac:spMkLst>
            <pc:docMk/>
            <pc:sldMk cId="3345992231" sldId="743"/>
            <ac:spMk id="2" creationId="{B4707475-3E2C-F394-B52A-006159968026}"/>
          </ac:spMkLst>
        </pc:spChg>
        <pc:spChg chg="mod">
          <ac:chgData name="MANGOLD Stefan" userId="S::sma4894@students.fhv.at::d6f96fda-788b-42ef-b808-3f6364b0038d" providerId="AD" clId="Web-{69A42624-D9F8-31ED-5D89-A4A9CC33FD94}" dt="2023-12-19T12:46:59.340" v="199" actId="20577"/>
          <ac:spMkLst>
            <pc:docMk/>
            <pc:sldMk cId="3345992231" sldId="743"/>
            <ac:spMk id="3" creationId="{3B30A04A-E64E-948A-6689-22AEE50B5186}"/>
          </ac:spMkLst>
        </pc:spChg>
      </pc:sldChg>
      <pc:sldChg chg="modSp new del">
        <pc:chgData name="MANGOLD Stefan" userId="S::sma4894@students.fhv.at::d6f96fda-788b-42ef-b808-3f6364b0038d" providerId="AD" clId="Web-{69A42624-D9F8-31ED-5D89-A4A9CC33FD94}" dt="2023-12-19T13:09:59.571" v="775"/>
        <pc:sldMkLst>
          <pc:docMk/>
          <pc:sldMk cId="1910910291" sldId="744"/>
        </pc:sldMkLst>
        <pc:spChg chg="mod">
          <ac:chgData name="MANGOLD Stefan" userId="S::sma4894@students.fhv.at::d6f96fda-788b-42ef-b808-3f6364b0038d" providerId="AD" clId="Web-{69A42624-D9F8-31ED-5D89-A4A9CC33FD94}" dt="2023-12-19T12:46:51.621" v="197" actId="20577"/>
          <ac:spMkLst>
            <pc:docMk/>
            <pc:sldMk cId="1910910291" sldId="744"/>
            <ac:spMk id="2" creationId="{DF5405D2-18C5-735A-3564-C25F1D2187B4}"/>
          </ac:spMkLst>
        </pc:spChg>
        <pc:spChg chg="mod">
          <ac:chgData name="MANGOLD Stefan" userId="S::sma4894@students.fhv.at::d6f96fda-788b-42ef-b808-3f6364b0038d" providerId="AD" clId="Web-{69A42624-D9F8-31ED-5D89-A4A9CC33FD94}" dt="2023-12-19T12:41:06.310" v="84" actId="20577"/>
          <ac:spMkLst>
            <pc:docMk/>
            <pc:sldMk cId="1910910291" sldId="744"/>
            <ac:spMk id="3" creationId="{F0A83C3C-6EB8-698E-E7A4-EDA33E824122}"/>
          </ac:spMkLst>
        </pc:spChg>
      </pc:sldChg>
      <pc:sldChg chg="modSp new del">
        <pc:chgData name="MANGOLD Stefan" userId="S::sma4894@students.fhv.at::d6f96fda-788b-42ef-b808-3f6364b0038d" providerId="AD" clId="Web-{69A42624-D9F8-31ED-5D89-A4A9CC33FD94}" dt="2023-12-19T13:10:02.243" v="777"/>
        <pc:sldMkLst>
          <pc:docMk/>
          <pc:sldMk cId="3932732946" sldId="746"/>
        </pc:sldMkLst>
        <pc:spChg chg="mod">
          <ac:chgData name="MANGOLD Stefan" userId="S::sma4894@students.fhv.at::d6f96fda-788b-42ef-b808-3f6364b0038d" providerId="AD" clId="Web-{69A42624-D9F8-31ED-5D89-A4A9CC33FD94}" dt="2023-12-19T12:51:45.900" v="256" actId="20577"/>
          <ac:spMkLst>
            <pc:docMk/>
            <pc:sldMk cId="3932732946" sldId="746"/>
            <ac:spMk id="2" creationId="{745FBFA5-107D-16C2-73D9-C5E5B21F1FBD}"/>
          </ac:spMkLst>
        </pc:spChg>
        <pc:spChg chg="mod">
          <ac:chgData name="MANGOLD Stefan" userId="S::sma4894@students.fhv.at::d6f96fda-788b-42ef-b808-3f6364b0038d" providerId="AD" clId="Web-{69A42624-D9F8-31ED-5D89-A4A9CC33FD94}" dt="2023-12-19T12:47:40.295" v="206" actId="20577"/>
          <ac:spMkLst>
            <pc:docMk/>
            <pc:sldMk cId="3932732946" sldId="746"/>
            <ac:spMk id="3" creationId="{E2D22847-F67D-80D0-DAF1-92A95A00B211}"/>
          </ac:spMkLst>
        </pc:spChg>
      </pc:sldChg>
      <pc:sldChg chg="addSp delSp modSp new del mod setBg">
        <pc:chgData name="MANGOLD Stefan" userId="S::sma4894@students.fhv.at::d6f96fda-788b-42ef-b808-3f6364b0038d" providerId="AD" clId="Web-{69A42624-D9F8-31ED-5D89-A4A9CC33FD94}" dt="2023-12-19T13:01:50.144" v="473"/>
        <pc:sldMkLst>
          <pc:docMk/>
          <pc:sldMk cId="4112696227" sldId="747"/>
        </pc:sldMkLst>
        <pc:spChg chg="add del mod">
          <ac:chgData name="MANGOLD Stefan" userId="S::sma4894@students.fhv.at::d6f96fda-788b-42ef-b808-3f6364b0038d" providerId="AD" clId="Web-{69A42624-D9F8-31ED-5D89-A4A9CC33FD94}" dt="2023-12-19T13:01:27.002" v="472" actId="20577"/>
          <ac:spMkLst>
            <pc:docMk/>
            <pc:sldMk cId="4112696227" sldId="747"/>
            <ac:spMk id="2" creationId="{3BE96CF1-4C19-82B4-7AEB-4056091661C5}"/>
          </ac:spMkLst>
        </pc:spChg>
        <pc:spChg chg="mod">
          <ac:chgData name="MANGOLD Stefan" userId="S::sma4894@students.fhv.at::d6f96fda-788b-42ef-b808-3f6364b0038d" providerId="AD" clId="Web-{69A42624-D9F8-31ED-5D89-A4A9CC33FD94}" dt="2023-12-19T13:01:21.283" v="469" actId="20577"/>
          <ac:spMkLst>
            <pc:docMk/>
            <pc:sldMk cId="4112696227" sldId="747"/>
            <ac:spMk id="3" creationId="{D86FD7F7-037E-7608-2726-971E9EE615AD}"/>
          </ac:spMkLst>
        </pc:spChg>
        <pc:spChg chg="mod">
          <ac:chgData name="MANGOLD Stefan" userId="S::sma4894@students.fhv.at::d6f96fda-788b-42ef-b808-3f6364b0038d" providerId="AD" clId="Web-{69A42624-D9F8-31ED-5D89-A4A9CC33FD94}" dt="2023-12-19T12:59:00.231" v="407"/>
          <ac:spMkLst>
            <pc:docMk/>
            <pc:sldMk cId="4112696227" sldId="747"/>
            <ac:spMk id="4" creationId="{48A88DFD-90C9-1FE0-B100-14CC9346B347}"/>
          </ac:spMkLst>
        </pc:spChg>
        <pc:spChg chg="add del">
          <ac:chgData name="MANGOLD Stefan" userId="S::sma4894@students.fhv.at::d6f96fda-788b-42ef-b808-3f6364b0038d" providerId="AD" clId="Web-{69A42624-D9F8-31ED-5D89-A4A9CC33FD94}" dt="2023-12-19T12:59:00.231" v="407"/>
          <ac:spMkLst>
            <pc:docMk/>
            <pc:sldMk cId="4112696227" sldId="747"/>
            <ac:spMk id="10" creationId="{53B021B3-DE93-4AB7-8A18-CF5F1CED88B8}"/>
          </ac:spMkLst>
        </pc:spChg>
        <pc:spChg chg="add del">
          <ac:chgData name="MANGOLD Stefan" userId="S::sma4894@students.fhv.at::d6f96fda-788b-42ef-b808-3f6364b0038d" providerId="AD" clId="Web-{69A42624-D9F8-31ED-5D89-A4A9CC33FD94}" dt="2023-12-19T12:59:00.231" v="407"/>
          <ac:spMkLst>
            <pc:docMk/>
            <pc:sldMk cId="4112696227" sldId="747"/>
            <ac:spMk id="12" creationId="{52D502E5-F6B4-4D58-B4AE-FC466FF15EE8}"/>
          </ac:spMkLst>
        </pc:spChg>
        <pc:spChg chg="add del">
          <ac:chgData name="MANGOLD Stefan" userId="S::sma4894@students.fhv.at::d6f96fda-788b-42ef-b808-3f6364b0038d" providerId="AD" clId="Web-{69A42624-D9F8-31ED-5D89-A4A9CC33FD94}" dt="2023-12-19T12:59:00.231" v="407"/>
          <ac:spMkLst>
            <pc:docMk/>
            <pc:sldMk cId="4112696227" sldId="747"/>
            <ac:spMk id="14" creationId="{9DECDBF4-02B6-4BB4-B65B-B8107AD6A9E8}"/>
          </ac:spMkLst>
        </pc:spChg>
        <pc:spChg chg="add del mod">
          <ac:chgData name="MANGOLD Stefan" userId="S::sma4894@students.fhv.at::d6f96fda-788b-42ef-b808-3f6364b0038d" providerId="AD" clId="Web-{69A42624-D9F8-31ED-5D89-A4A9CC33FD94}" dt="2023-12-19T12:56:04.207" v="297"/>
          <ac:spMkLst>
            <pc:docMk/>
            <pc:sldMk cId="4112696227" sldId="747"/>
            <ac:spMk id="198" creationId="{3C72B0D2-9E50-9BAB-86A4-8EB82B727BAE}"/>
          </ac:spMkLst>
        </pc:spChg>
        <pc:graphicFrameChg chg="add del mod modGraphic">
          <ac:chgData name="MANGOLD Stefan" userId="S::sma4894@students.fhv.at::d6f96fda-788b-42ef-b808-3f6364b0038d" providerId="AD" clId="Web-{69A42624-D9F8-31ED-5D89-A4A9CC33FD94}" dt="2023-12-19T12:52:21.151" v="259"/>
          <ac:graphicFrameMkLst>
            <pc:docMk/>
            <pc:sldMk cId="4112696227" sldId="747"/>
            <ac:graphicFrameMk id="5" creationId="{4036B090-437E-7DB9-8188-FDCD5A78CAD6}"/>
          </ac:graphicFrameMkLst>
        </pc:graphicFrameChg>
        <pc:graphicFrameChg chg="add del">
          <ac:chgData name="MANGOLD Stefan" userId="S::sma4894@students.fhv.at::d6f96fda-788b-42ef-b808-3f6364b0038d" providerId="AD" clId="Web-{69A42624-D9F8-31ED-5D89-A4A9CC33FD94}" dt="2023-12-19T12:59:00.231" v="407"/>
          <ac:graphicFrameMkLst>
            <pc:docMk/>
            <pc:sldMk cId="4112696227" sldId="747"/>
            <ac:graphicFrameMk id="6" creationId="{965005CB-E2D7-A6E0-FCA0-518CC4BFD94D}"/>
          </ac:graphicFrameMkLst>
        </pc:graphicFrameChg>
        <pc:graphicFrameChg chg="add del mod modGraphic">
          <ac:chgData name="MANGOLD Stefan" userId="S::sma4894@students.fhv.at::d6f96fda-788b-42ef-b808-3f6364b0038d" providerId="AD" clId="Web-{69A42624-D9F8-31ED-5D89-A4A9CC33FD94}" dt="2023-12-19T12:52:45.136" v="261"/>
          <ac:graphicFrameMkLst>
            <pc:docMk/>
            <pc:sldMk cId="4112696227" sldId="747"/>
            <ac:graphicFrameMk id="16" creationId="{8A53CD35-0F5F-A9B2-B07E-D7DE54B2AEFB}"/>
          </ac:graphicFrameMkLst>
        </pc:graphicFrameChg>
        <pc:graphicFrameChg chg="add del mod modGraphic">
          <ac:chgData name="MANGOLD Stefan" userId="S::sma4894@students.fhv.at::d6f96fda-788b-42ef-b808-3f6364b0038d" providerId="AD" clId="Web-{69A42624-D9F8-31ED-5D89-A4A9CC33FD94}" dt="2023-12-19T12:55:56.395" v="293"/>
          <ac:graphicFrameMkLst>
            <pc:docMk/>
            <pc:sldMk cId="4112696227" sldId="747"/>
            <ac:graphicFrameMk id="26" creationId="{F2D90A11-8E35-DB13-2019-DD22B3F3D168}"/>
          </ac:graphicFrameMkLst>
        </pc:graphicFrameChg>
      </pc:sldChg>
      <pc:sldChg chg="ord">
        <pc:chgData name="MANGOLD Stefan" userId="S::sma4894@students.fhv.at::d6f96fda-788b-42ef-b808-3f6364b0038d" providerId="AD" clId="Web-{69A42624-D9F8-31ED-5D89-A4A9CC33FD94}" dt="2023-12-19T13:31:29.236" v="1531"/>
        <pc:sldMkLst>
          <pc:docMk/>
          <pc:sldMk cId="164176570" sldId="748"/>
        </pc:sldMkLst>
      </pc:sldChg>
      <pc:sldChg chg="modSp new add del">
        <pc:chgData name="MANGOLD Stefan" userId="S::sma4894@students.fhv.at::d6f96fda-788b-42ef-b808-3f6364b0038d" providerId="AD" clId="Web-{69A42624-D9F8-31ED-5D89-A4A9CC33FD94}" dt="2023-12-19T13:34:23.430" v="1641"/>
        <pc:sldMkLst>
          <pc:docMk/>
          <pc:sldMk cId="2442827380" sldId="749"/>
        </pc:sldMkLst>
        <pc:spChg chg="mod">
          <ac:chgData name="MANGOLD Stefan" userId="S::sma4894@students.fhv.at::d6f96fda-788b-42ef-b808-3f6364b0038d" providerId="AD" clId="Web-{69A42624-D9F8-31ED-5D89-A4A9CC33FD94}" dt="2023-12-19T13:09:38.789" v="774" actId="20577"/>
          <ac:spMkLst>
            <pc:docMk/>
            <pc:sldMk cId="2442827380" sldId="749"/>
            <ac:spMk id="2" creationId="{9402822D-3D2A-4289-EA6F-98065C72F64C}"/>
          </ac:spMkLst>
        </pc:spChg>
        <pc:spChg chg="mod">
          <ac:chgData name="MANGOLD Stefan" userId="S::sma4894@students.fhv.at::d6f96fda-788b-42ef-b808-3f6364b0038d" providerId="AD" clId="Web-{69A42624-D9F8-31ED-5D89-A4A9CC33FD94}" dt="2023-12-19T13:03:52.337" v="484" actId="20577"/>
          <ac:spMkLst>
            <pc:docMk/>
            <pc:sldMk cId="2442827380" sldId="749"/>
            <ac:spMk id="3" creationId="{44E1046F-832A-5279-6F70-1A470DE10BD5}"/>
          </ac:spMkLst>
        </pc:spChg>
      </pc:sldChg>
      <pc:sldChg chg="modSp new">
        <pc:chgData name="MANGOLD Stefan" userId="S::sma4894@students.fhv.at::d6f96fda-788b-42ef-b808-3f6364b0038d" providerId="AD" clId="Web-{69A42624-D9F8-31ED-5D89-A4A9CC33FD94}" dt="2023-12-19T13:14:47.365" v="910" actId="20577"/>
        <pc:sldMkLst>
          <pc:docMk/>
          <pc:sldMk cId="342816327" sldId="750"/>
        </pc:sldMkLst>
        <pc:spChg chg="mod">
          <ac:chgData name="MANGOLD Stefan" userId="S::sma4894@students.fhv.at::d6f96fda-788b-42ef-b808-3f6364b0038d" providerId="AD" clId="Web-{69A42624-D9F8-31ED-5D89-A4A9CC33FD94}" dt="2023-12-19T13:14:47.365" v="910" actId="20577"/>
          <ac:spMkLst>
            <pc:docMk/>
            <pc:sldMk cId="342816327" sldId="750"/>
            <ac:spMk id="2" creationId="{29A0EB55-918A-1C17-22B4-951AC0A64014}"/>
          </ac:spMkLst>
        </pc:spChg>
        <pc:spChg chg="mod">
          <ac:chgData name="MANGOLD Stefan" userId="S::sma4894@students.fhv.at::d6f96fda-788b-42ef-b808-3f6364b0038d" providerId="AD" clId="Web-{69A42624-D9F8-31ED-5D89-A4A9CC33FD94}" dt="2023-12-19T13:11:39.013" v="810" actId="20577"/>
          <ac:spMkLst>
            <pc:docMk/>
            <pc:sldMk cId="342816327" sldId="750"/>
            <ac:spMk id="3" creationId="{E604E49E-535D-EC8B-B617-4108AAC5D9D8}"/>
          </ac:spMkLst>
        </pc:spChg>
      </pc:sldChg>
      <pc:sldChg chg="modSp new ord">
        <pc:chgData name="MANGOLD Stefan" userId="S::sma4894@students.fhv.at::d6f96fda-788b-42ef-b808-3f6364b0038d" providerId="AD" clId="Web-{69A42624-D9F8-31ED-5D89-A4A9CC33FD94}" dt="2023-12-19T13:20:01.612" v="941" actId="20577"/>
        <pc:sldMkLst>
          <pc:docMk/>
          <pc:sldMk cId="1548695986" sldId="751"/>
        </pc:sldMkLst>
        <pc:spChg chg="mod">
          <ac:chgData name="MANGOLD Stefan" userId="S::sma4894@students.fhv.at::d6f96fda-788b-42ef-b808-3f6364b0038d" providerId="AD" clId="Web-{69A42624-D9F8-31ED-5D89-A4A9CC33FD94}" dt="2023-12-19T13:19:30.033" v="913" actId="20577"/>
          <ac:spMkLst>
            <pc:docMk/>
            <pc:sldMk cId="1548695986" sldId="751"/>
            <ac:spMk id="2" creationId="{DCDF7119-842A-7AE9-7FF7-457F3B13C6BF}"/>
          </ac:spMkLst>
        </pc:spChg>
        <pc:spChg chg="mod">
          <ac:chgData name="MANGOLD Stefan" userId="S::sma4894@students.fhv.at::d6f96fda-788b-42ef-b808-3f6364b0038d" providerId="AD" clId="Web-{69A42624-D9F8-31ED-5D89-A4A9CC33FD94}" dt="2023-12-19T13:20:01.612" v="941" actId="20577"/>
          <ac:spMkLst>
            <pc:docMk/>
            <pc:sldMk cId="1548695986" sldId="751"/>
            <ac:spMk id="3" creationId="{6D2D1213-B8B7-6648-B237-2E995412D91A}"/>
          </ac:spMkLst>
        </pc:spChg>
      </pc:sldChg>
      <pc:sldChg chg="modSp new ord">
        <pc:chgData name="MANGOLD Stefan" userId="S::sma4894@students.fhv.at::d6f96fda-788b-42ef-b808-3f6364b0038d" providerId="AD" clId="Web-{69A42624-D9F8-31ED-5D89-A4A9CC33FD94}" dt="2023-12-19T13:28:47.776" v="1286" actId="20577"/>
        <pc:sldMkLst>
          <pc:docMk/>
          <pc:sldMk cId="511359282" sldId="752"/>
        </pc:sldMkLst>
        <pc:spChg chg="mod">
          <ac:chgData name="MANGOLD Stefan" userId="S::sma4894@students.fhv.at::d6f96fda-788b-42ef-b808-3f6364b0038d" providerId="AD" clId="Web-{69A42624-D9F8-31ED-5D89-A4A9CC33FD94}" dt="2023-12-19T13:28:47.776" v="1286" actId="20577"/>
          <ac:spMkLst>
            <pc:docMk/>
            <pc:sldMk cId="511359282" sldId="752"/>
            <ac:spMk id="2" creationId="{EBF634AA-C153-EFE8-1ECA-88BD81735E44}"/>
          </ac:spMkLst>
        </pc:spChg>
        <pc:spChg chg="mod">
          <ac:chgData name="MANGOLD Stefan" userId="S::sma4894@students.fhv.at::d6f96fda-788b-42ef-b808-3f6364b0038d" providerId="AD" clId="Web-{69A42624-D9F8-31ED-5D89-A4A9CC33FD94}" dt="2023-12-19T13:27:31.522" v="1166" actId="20577"/>
          <ac:spMkLst>
            <pc:docMk/>
            <pc:sldMk cId="511359282" sldId="752"/>
            <ac:spMk id="3" creationId="{3D012FFD-3E27-F3A8-A569-5C6BBA16E304}"/>
          </ac:spMkLst>
        </pc:spChg>
      </pc:sldChg>
      <pc:sldChg chg="addSp delSp modSp new ord">
        <pc:chgData name="MANGOLD Stefan" userId="S::sma4894@students.fhv.at::d6f96fda-788b-42ef-b808-3f6364b0038d" providerId="AD" clId="Web-{69A42624-D9F8-31ED-5D89-A4A9CC33FD94}" dt="2023-12-19T13:34:40.025" v="1643" actId="20577"/>
        <pc:sldMkLst>
          <pc:docMk/>
          <pc:sldMk cId="2422772712" sldId="753"/>
        </pc:sldMkLst>
        <pc:spChg chg="mod">
          <ac:chgData name="MANGOLD Stefan" userId="S::sma4894@students.fhv.at::d6f96fda-788b-42ef-b808-3f6364b0038d" providerId="AD" clId="Web-{69A42624-D9F8-31ED-5D89-A4A9CC33FD94}" dt="2023-12-19T13:34:40.025" v="1643" actId="20577"/>
          <ac:spMkLst>
            <pc:docMk/>
            <pc:sldMk cId="2422772712" sldId="753"/>
            <ac:spMk id="2" creationId="{81E0966A-0960-E8D1-D394-666A19036F5B}"/>
          </ac:spMkLst>
        </pc:spChg>
        <pc:spChg chg="mod">
          <ac:chgData name="MANGOLD Stefan" userId="S::sma4894@students.fhv.at::d6f96fda-788b-42ef-b808-3f6364b0038d" providerId="AD" clId="Web-{69A42624-D9F8-31ED-5D89-A4A9CC33FD94}" dt="2023-12-19T13:26:35.504" v="1113" actId="20577"/>
          <ac:spMkLst>
            <pc:docMk/>
            <pc:sldMk cId="2422772712" sldId="753"/>
            <ac:spMk id="3" creationId="{1E21B780-C51C-9F84-C8FA-3763E597F574}"/>
          </ac:spMkLst>
        </pc:spChg>
        <pc:spChg chg="add del mod">
          <ac:chgData name="MANGOLD Stefan" userId="S::sma4894@students.fhv.at::d6f96fda-788b-42ef-b808-3f6364b0038d" providerId="AD" clId="Web-{69A42624-D9F8-31ED-5D89-A4A9CC33FD94}" dt="2023-12-19T13:32:48.473" v="1540"/>
          <ac:spMkLst>
            <pc:docMk/>
            <pc:sldMk cId="2422772712" sldId="753"/>
            <ac:spMk id="5" creationId="{803A919F-09D9-F16C-E344-8383154D3E47}"/>
          </ac:spMkLst>
        </pc:spChg>
      </pc:sldChg>
      <pc:sldChg chg="modSp new">
        <pc:chgData name="MANGOLD Stefan" userId="S::sma4894@students.fhv.at::d6f96fda-788b-42ef-b808-3f6364b0038d" providerId="AD" clId="Web-{69A42624-D9F8-31ED-5D89-A4A9CC33FD94}" dt="2023-12-19T13:34:15.618" v="1638" actId="20577"/>
        <pc:sldMkLst>
          <pc:docMk/>
          <pc:sldMk cId="1797974124" sldId="755"/>
        </pc:sldMkLst>
        <pc:spChg chg="mod">
          <ac:chgData name="MANGOLD Stefan" userId="S::sma4894@students.fhv.at::d6f96fda-788b-42ef-b808-3f6364b0038d" providerId="AD" clId="Web-{69A42624-D9F8-31ED-5D89-A4A9CC33FD94}" dt="2023-12-19T13:34:15.618" v="1638" actId="20577"/>
          <ac:spMkLst>
            <pc:docMk/>
            <pc:sldMk cId="1797974124" sldId="755"/>
            <ac:spMk id="2" creationId="{1F9E8453-28B6-0205-912A-3C78F66D9832}"/>
          </ac:spMkLst>
        </pc:spChg>
        <pc:spChg chg="mod">
          <ac:chgData name="MANGOLD Stefan" userId="S::sma4894@students.fhv.at::d6f96fda-788b-42ef-b808-3f6364b0038d" providerId="AD" clId="Web-{69A42624-D9F8-31ED-5D89-A4A9CC33FD94}" dt="2023-12-19T13:33:08.380" v="1563" actId="20577"/>
          <ac:spMkLst>
            <pc:docMk/>
            <pc:sldMk cId="1797974124" sldId="755"/>
            <ac:spMk id="3" creationId="{4B6EBD6C-AE68-7110-78C3-A908CB249E5B}"/>
          </ac:spMkLst>
        </pc:spChg>
      </pc:sldChg>
    </pc:docChg>
  </pc:docChgLst>
  <pc:docChgLst>
    <pc:chgData name="GEUZE Michael" userId="7745a197-f4b0-4247-9e69-96976d9a4300" providerId="ADAL" clId="{9917B71B-9F07-478B-8C75-9593E3E8A6E0}"/>
    <pc:docChg chg="undo custSel addSld delSld modSld sldOrd">
      <pc:chgData name="GEUZE Michael" userId="7745a197-f4b0-4247-9e69-96976d9a4300" providerId="ADAL" clId="{9917B71B-9F07-478B-8C75-9593E3E8A6E0}" dt="2023-12-21T12:47:46.419" v="5029" actId="20577"/>
      <pc:docMkLst>
        <pc:docMk/>
      </pc:docMkLst>
      <pc:sldChg chg="modSp mod">
        <pc:chgData name="GEUZE Michael" userId="7745a197-f4b0-4247-9e69-96976d9a4300" providerId="ADAL" clId="{9917B71B-9F07-478B-8C75-9593E3E8A6E0}" dt="2023-12-19T15:13:53.276" v="4646" actId="20577"/>
        <pc:sldMkLst>
          <pc:docMk/>
          <pc:sldMk cId="1997982663" sldId="707"/>
        </pc:sldMkLst>
        <pc:spChg chg="mod">
          <ac:chgData name="GEUZE Michael" userId="7745a197-f4b0-4247-9e69-96976d9a4300" providerId="ADAL" clId="{9917B71B-9F07-478B-8C75-9593E3E8A6E0}" dt="2023-12-19T15:13:53.276" v="4646" actId="20577"/>
          <ac:spMkLst>
            <pc:docMk/>
            <pc:sldMk cId="1997982663" sldId="707"/>
            <ac:spMk id="4" creationId="{C08E8184-8488-4ED8-8D62-144B4F7AE05B}"/>
          </ac:spMkLst>
        </pc:spChg>
        <pc:spChg chg="mod">
          <ac:chgData name="GEUZE Michael" userId="7745a197-f4b0-4247-9e69-96976d9a4300" providerId="ADAL" clId="{9917B71B-9F07-478B-8C75-9593E3E8A6E0}" dt="2023-12-19T11:35:03.509" v="1455" actId="20577"/>
          <ac:spMkLst>
            <pc:docMk/>
            <pc:sldMk cId="1997982663" sldId="707"/>
            <ac:spMk id="6" creationId="{59F82932-9255-88EC-D9D5-A40E1EB2904F}"/>
          </ac:spMkLst>
        </pc:spChg>
      </pc:sldChg>
      <pc:sldChg chg="modSp mod">
        <pc:chgData name="GEUZE Michael" userId="7745a197-f4b0-4247-9e69-96976d9a4300" providerId="ADAL" clId="{9917B71B-9F07-478B-8C75-9593E3E8A6E0}" dt="2023-12-19T15:27:05.699" v="4754" actId="20577"/>
        <pc:sldMkLst>
          <pc:docMk/>
          <pc:sldMk cId="2823869314" sldId="714"/>
        </pc:sldMkLst>
        <pc:spChg chg="mod">
          <ac:chgData name="GEUZE Michael" userId="7745a197-f4b0-4247-9e69-96976d9a4300" providerId="ADAL" clId="{9917B71B-9F07-478B-8C75-9593E3E8A6E0}" dt="2023-12-19T11:48:57.107" v="2966" actId="20577"/>
          <ac:spMkLst>
            <pc:docMk/>
            <pc:sldMk cId="2823869314" sldId="714"/>
            <ac:spMk id="2" creationId="{646478F0-ECBE-5B48-B3A9-77DAF4604364}"/>
          </ac:spMkLst>
        </pc:spChg>
        <pc:spChg chg="mod">
          <ac:chgData name="GEUZE Michael" userId="7745a197-f4b0-4247-9e69-96976d9a4300" providerId="ADAL" clId="{9917B71B-9F07-478B-8C75-9593E3E8A6E0}" dt="2023-12-19T15:27:05.699" v="4754" actId="20577"/>
          <ac:spMkLst>
            <pc:docMk/>
            <pc:sldMk cId="2823869314" sldId="714"/>
            <ac:spMk id="3" creationId="{07B40FCF-8BB5-E9C4-0AE2-6BCD4F74AB90}"/>
          </ac:spMkLst>
        </pc:spChg>
      </pc:sldChg>
      <pc:sldChg chg="del">
        <pc:chgData name="GEUZE Michael" userId="7745a197-f4b0-4247-9e69-96976d9a4300" providerId="ADAL" clId="{9917B71B-9F07-478B-8C75-9593E3E8A6E0}" dt="2023-12-19T10:35:14.020" v="207" actId="47"/>
        <pc:sldMkLst>
          <pc:docMk/>
          <pc:sldMk cId="3158267539" sldId="732"/>
        </pc:sldMkLst>
      </pc:sldChg>
      <pc:sldChg chg="del">
        <pc:chgData name="GEUZE Michael" userId="7745a197-f4b0-4247-9e69-96976d9a4300" providerId="ADAL" clId="{9917B71B-9F07-478B-8C75-9593E3E8A6E0}" dt="2023-12-19T10:35:15.017" v="208" actId="47"/>
        <pc:sldMkLst>
          <pc:docMk/>
          <pc:sldMk cId="4218718003" sldId="733"/>
        </pc:sldMkLst>
      </pc:sldChg>
      <pc:sldChg chg="modSp mod modAnim">
        <pc:chgData name="GEUZE Michael" userId="7745a197-f4b0-4247-9e69-96976d9a4300" providerId="ADAL" clId="{9917B71B-9F07-478B-8C75-9593E3E8A6E0}" dt="2023-12-19T14:06:07.293" v="4602" actId="20577"/>
        <pc:sldMkLst>
          <pc:docMk/>
          <pc:sldMk cId="1129578690" sldId="734"/>
        </pc:sldMkLst>
        <pc:spChg chg="mod">
          <ac:chgData name="GEUZE Michael" userId="7745a197-f4b0-4247-9e69-96976d9a4300" providerId="ADAL" clId="{9917B71B-9F07-478B-8C75-9593E3E8A6E0}" dt="2023-12-19T12:40:29.924" v="3241" actId="20577"/>
          <ac:spMkLst>
            <pc:docMk/>
            <pc:sldMk cId="1129578690" sldId="734"/>
            <ac:spMk id="2" creationId="{AF77454B-95BE-DFFC-0EE2-D92C768F525F}"/>
          </ac:spMkLst>
        </pc:spChg>
        <pc:spChg chg="mod">
          <ac:chgData name="GEUZE Michael" userId="7745a197-f4b0-4247-9e69-96976d9a4300" providerId="ADAL" clId="{9917B71B-9F07-478B-8C75-9593E3E8A6E0}" dt="2023-12-19T11:35:28.313" v="1529" actId="20577"/>
          <ac:spMkLst>
            <pc:docMk/>
            <pc:sldMk cId="1129578690" sldId="734"/>
            <ac:spMk id="3" creationId="{C6074432-83C1-4B66-FB2A-70A31D79C0D0}"/>
          </ac:spMkLst>
        </pc:spChg>
        <pc:spChg chg="mod">
          <ac:chgData name="GEUZE Michael" userId="7745a197-f4b0-4247-9e69-96976d9a4300" providerId="ADAL" clId="{9917B71B-9F07-478B-8C75-9593E3E8A6E0}" dt="2023-12-19T14:06:07.293" v="4602" actId="20577"/>
          <ac:spMkLst>
            <pc:docMk/>
            <pc:sldMk cId="1129578690" sldId="734"/>
            <ac:spMk id="4" creationId="{3873F2AF-7C6D-BC03-900F-E6C36CF28B7E}"/>
          </ac:spMkLst>
        </pc:spChg>
      </pc:sldChg>
      <pc:sldChg chg="del">
        <pc:chgData name="GEUZE Michael" userId="7745a197-f4b0-4247-9e69-96976d9a4300" providerId="ADAL" clId="{9917B71B-9F07-478B-8C75-9593E3E8A6E0}" dt="2023-12-19T11:39:51.333" v="2014" actId="47"/>
        <pc:sldMkLst>
          <pc:docMk/>
          <pc:sldMk cId="1916035664" sldId="735"/>
        </pc:sldMkLst>
      </pc:sldChg>
      <pc:sldChg chg="del">
        <pc:chgData name="GEUZE Michael" userId="7745a197-f4b0-4247-9e69-96976d9a4300" providerId="ADAL" clId="{9917B71B-9F07-478B-8C75-9593E3E8A6E0}" dt="2023-12-19T11:39:52.295" v="2015" actId="47"/>
        <pc:sldMkLst>
          <pc:docMk/>
          <pc:sldMk cId="1759443676" sldId="736"/>
        </pc:sldMkLst>
      </pc:sldChg>
      <pc:sldChg chg="del">
        <pc:chgData name="GEUZE Michael" userId="7745a197-f4b0-4247-9e69-96976d9a4300" providerId="ADAL" clId="{9917B71B-9F07-478B-8C75-9593E3E8A6E0}" dt="2023-12-19T11:39:53.700" v="2016" actId="47"/>
        <pc:sldMkLst>
          <pc:docMk/>
          <pc:sldMk cId="231949777" sldId="737"/>
        </pc:sldMkLst>
      </pc:sldChg>
      <pc:sldChg chg="addSp delSp modSp new mod ord">
        <pc:chgData name="GEUZE Michael" userId="7745a197-f4b0-4247-9e69-96976d9a4300" providerId="ADAL" clId="{9917B71B-9F07-478B-8C75-9593E3E8A6E0}" dt="2023-12-19T16:01:03.279" v="4817" actId="1076"/>
        <pc:sldMkLst>
          <pc:docMk/>
          <pc:sldMk cId="260171472" sldId="738"/>
        </pc:sldMkLst>
        <pc:spChg chg="mod">
          <ac:chgData name="GEUZE Michael" userId="7745a197-f4b0-4247-9e69-96976d9a4300" providerId="ADAL" clId="{9917B71B-9F07-478B-8C75-9593E3E8A6E0}" dt="2023-12-19T16:00:53.550" v="4811" actId="14100"/>
          <ac:spMkLst>
            <pc:docMk/>
            <pc:sldMk cId="260171472" sldId="738"/>
            <ac:spMk id="2" creationId="{69A91ACA-05E0-663A-B7B5-EB1925C53B9D}"/>
          </ac:spMkLst>
        </pc:spChg>
        <pc:spChg chg="mod">
          <ac:chgData name="GEUZE Michael" userId="7745a197-f4b0-4247-9e69-96976d9a4300" providerId="ADAL" clId="{9917B71B-9F07-478B-8C75-9593E3E8A6E0}" dt="2023-12-19T10:38:12.462" v="242" actId="20577"/>
          <ac:spMkLst>
            <pc:docMk/>
            <pc:sldMk cId="260171472" sldId="738"/>
            <ac:spMk id="3" creationId="{D7DA27C6-9C13-1B14-E97E-599860A6AA6D}"/>
          </ac:spMkLst>
        </pc:spChg>
        <pc:spChg chg="add del mod">
          <ac:chgData name="GEUZE Michael" userId="7745a197-f4b0-4247-9e69-96976d9a4300" providerId="ADAL" clId="{9917B71B-9F07-478B-8C75-9593E3E8A6E0}" dt="2023-12-19T14:06:11.507" v="4607" actId="20577"/>
          <ac:spMkLst>
            <pc:docMk/>
            <pc:sldMk cId="260171472" sldId="738"/>
            <ac:spMk id="4" creationId="{17E1E9CC-E9F2-D532-DAAA-E9651F2B67FB}"/>
          </ac:spMkLst>
        </pc:spChg>
        <pc:picChg chg="add mod">
          <ac:chgData name="GEUZE Michael" userId="7745a197-f4b0-4247-9e69-96976d9a4300" providerId="ADAL" clId="{9917B71B-9F07-478B-8C75-9593E3E8A6E0}" dt="2023-12-19T16:01:03.279" v="4817" actId="1076"/>
          <ac:picMkLst>
            <pc:docMk/>
            <pc:sldMk cId="260171472" sldId="738"/>
            <ac:picMk id="6" creationId="{FE763AE8-15D4-56B6-C9CF-8BB6FF99553E}"/>
          </ac:picMkLst>
        </pc:picChg>
      </pc:sldChg>
      <pc:sldChg chg="addSp delSp modSp add del mod">
        <pc:chgData name="GEUZE Michael" userId="7745a197-f4b0-4247-9e69-96976d9a4300" providerId="ADAL" clId="{9917B71B-9F07-478B-8C75-9593E3E8A6E0}" dt="2023-12-19T11:10:11.194" v="1137" actId="47"/>
        <pc:sldMkLst>
          <pc:docMk/>
          <pc:sldMk cId="1515172821" sldId="739"/>
        </pc:sldMkLst>
        <pc:spChg chg="mod">
          <ac:chgData name="GEUZE Michael" userId="7745a197-f4b0-4247-9e69-96976d9a4300" providerId="ADAL" clId="{9917B71B-9F07-478B-8C75-9593E3E8A6E0}" dt="2023-12-19T11:03:45.847" v="900" actId="20577"/>
          <ac:spMkLst>
            <pc:docMk/>
            <pc:sldMk cId="1515172821" sldId="739"/>
            <ac:spMk id="2" creationId="{69A91ACA-05E0-663A-B7B5-EB1925C53B9D}"/>
          </ac:spMkLst>
        </pc:spChg>
        <pc:spChg chg="mod">
          <ac:chgData name="GEUZE Michael" userId="7745a197-f4b0-4247-9e69-96976d9a4300" providerId="ADAL" clId="{9917B71B-9F07-478B-8C75-9593E3E8A6E0}" dt="2023-12-19T11:05:35.786" v="994" actId="20577"/>
          <ac:spMkLst>
            <pc:docMk/>
            <pc:sldMk cId="1515172821" sldId="739"/>
            <ac:spMk id="3" creationId="{D7DA27C6-9C13-1B14-E97E-599860A6AA6D}"/>
          </ac:spMkLst>
        </pc:spChg>
        <pc:spChg chg="add mod">
          <ac:chgData name="GEUZE Michael" userId="7745a197-f4b0-4247-9e69-96976d9a4300" providerId="ADAL" clId="{9917B71B-9F07-478B-8C75-9593E3E8A6E0}" dt="2023-12-19T11:09:17.233" v="1115" actId="1076"/>
          <ac:spMkLst>
            <pc:docMk/>
            <pc:sldMk cId="1515172821" sldId="739"/>
            <ac:spMk id="5" creationId="{B655752F-EB8F-1FA6-DFDD-ED0DE199A8C7}"/>
          </ac:spMkLst>
        </pc:spChg>
        <pc:spChg chg="add del mod">
          <ac:chgData name="GEUZE Michael" userId="7745a197-f4b0-4247-9e69-96976d9a4300" providerId="ADAL" clId="{9917B71B-9F07-478B-8C75-9593E3E8A6E0}" dt="2023-12-19T11:08:48.670" v="1114"/>
          <ac:spMkLst>
            <pc:docMk/>
            <pc:sldMk cId="1515172821" sldId="739"/>
            <ac:spMk id="6" creationId="{8F03A428-33D5-BC98-9AF5-A1773790E632}"/>
          </ac:spMkLst>
        </pc:spChg>
        <pc:spChg chg="add del mod">
          <ac:chgData name="GEUZE Michael" userId="7745a197-f4b0-4247-9e69-96976d9a4300" providerId="ADAL" clId="{9917B71B-9F07-478B-8C75-9593E3E8A6E0}" dt="2023-12-19T11:08:48.234" v="1113"/>
          <ac:spMkLst>
            <pc:docMk/>
            <pc:sldMk cId="1515172821" sldId="739"/>
            <ac:spMk id="7" creationId="{8777D8CF-0CF4-7502-7261-36BEB9F231B4}"/>
          </ac:spMkLst>
        </pc:spChg>
      </pc:sldChg>
      <pc:sldChg chg="modSp add del mod">
        <pc:chgData name="GEUZE Michael" userId="7745a197-f4b0-4247-9e69-96976d9a4300" providerId="ADAL" clId="{9917B71B-9F07-478B-8C75-9593E3E8A6E0}" dt="2023-12-19T10:58:52.322" v="466" actId="47"/>
        <pc:sldMkLst>
          <pc:docMk/>
          <pc:sldMk cId="1564765375" sldId="739"/>
        </pc:sldMkLst>
        <pc:spChg chg="mod">
          <ac:chgData name="GEUZE Michael" userId="7745a197-f4b0-4247-9e69-96976d9a4300" providerId="ADAL" clId="{9917B71B-9F07-478B-8C75-9593E3E8A6E0}" dt="2023-12-19T10:57:06.787" v="465" actId="20577"/>
          <ac:spMkLst>
            <pc:docMk/>
            <pc:sldMk cId="1564765375" sldId="739"/>
            <ac:spMk id="2" creationId="{69A91ACA-05E0-663A-B7B5-EB1925C53B9D}"/>
          </ac:spMkLst>
        </pc:spChg>
        <pc:spChg chg="mod">
          <ac:chgData name="GEUZE Michael" userId="7745a197-f4b0-4247-9e69-96976d9a4300" providerId="ADAL" clId="{9917B71B-9F07-478B-8C75-9593E3E8A6E0}" dt="2023-12-19T10:55:36.204" v="349" actId="20577"/>
          <ac:spMkLst>
            <pc:docMk/>
            <pc:sldMk cId="1564765375" sldId="739"/>
            <ac:spMk id="3" creationId="{D7DA27C6-9C13-1B14-E97E-599860A6AA6D}"/>
          </ac:spMkLst>
        </pc:spChg>
      </pc:sldChg>
      <pc:sldChg chg="add del">
        <pc:chgData name="GEUZE Michael" userId="7745a197-f4b0-4247-9e69-96976d9a4300" providerId="ADAL" clId="{9917B71B-9F07-478B-8C75-9593E3E8A6E0}" dt="2023-12-19T11:04:52.934" v="903"/>
        <pc:sldMkLst>
          <pc:docMk/>
          <pc:sldMk cId="337715416" sldId="740"/>
        </pc:sldMkLst>
      </pc:sldChg>
      <pc:sldChg chg="add del">
        <pc:chgData name="GEUZE Michael" userId="7745a197-f4b0-4247-9e69-96976d9a4300" providerId="ADAL" clId="{9917B71B-9F07-478B-8C75-9593E3E8A6E0}" dt="2023-12-19T11:04:55.123" v="905"/>
        <pc:sldMkLst>
          <pc:docMk/>
          <pc:sldMk cId="2889849668" sldId="740"/>
        </pc:sldMkLst>
      </pc:sldChg>
      <pc:sldChg chg="modSp add mod">
        <pc:chgData name="GEUZE Michael" userId="7745a197-f4b0-4247-9e69-96976d9a4300" providerId="ADAL" clId="{9917B71B-9F07-478B-8C75-9593E3E8A6E0}" dt="2023-12-21T12:47:46.419" v="5029" actId="20577"/>
        <pc:sldMkLst>
          <pc:docMk/>
          <pc:sldMk cId="3790857729" sldId="740"/>
        </pc:sldMkLst>
        <pc:spChg chg="mod">
          <ac:chgData name="GEUZE Michael" userId="7745a197-f4b0-4247-9e69-96976d9a4300" providerId="ADAL" clId="{9917B71B-9F07-478B-8C75-9593E3E8A6E0}" dt="2023-12-21T12:47:46.419" v="5029" actId="20577"/>
          <ac:spMkLst>
            <pc:docMk/>
            <pc:sldMk cId="3790857729" sldId="740"/>
            <ac:spMk id="2" creationId="{AF77454B-95BE-DFFC-0EE2-D92C768F525F}"/>
          </ac:spMkLst>
        </pc:spChg>
        <pc:spChg chg="mod">
          <ac:chgData name="GEUZE Michael" userId="7745a197-f4b0-4247-9e69-96976d9a4300" providerId="ADAL" clId="{9917B71B-9F07-478B-8C75-9593E3E8A6E0}" dt="2023-12-19T11:37:53.710" v="1781" actId="20577"/>
          <ac:spMkLst>
            <pc:docMk/>
            <pc:sldMk cId="3790857729" sldId="740"/>
            <ac:spMk id="3" creationId="{C6074432-83C1-4B66-FB2A-70A31D79C0D0}"/>
          </ac:spMkLst>
        </pc:spChg>
        <pc:spChg chg="mod">
          <ac:chgData name="GEUZE Michael" userId="7745a197-f4b0-4247-9e69-96976d9a4300" providerId="ADAL" clId="{9917B71B-9F07-478B-8C75-9593E3E8A6E0}" dt="2023-12-19T14:06:02.731" v="4597" actId="20577"/>
          <ac:spMkLst>
            <pc:docMk/>
            <pc:sldMk cId="3790857729" sldId="740"/>
            <ac:spMk id="4" creationId="{3873F2AF-7C6D-BC03-900F-E6C36CF28B7E}"/>
          </ac:spMkLst>
        </pc:spChg>
      </pc:sldChg>
      <pc:sldChg chg="modSp add mod">
        <pc:chgData name="GEUZE Michael" userId="7745a197-f4b0-4247-9e69-96976d9a4300" providerId="ADAL" clId="{9917B71B-9F07-478B-8C75-9593E3E8A6E0}" dt="2023-12-19T14:05:58.040" v="4592" actId="20577"/>
        <pc:sldMkLst>
          <pc:docMk/>
          <pc:sldMk cId="3106810948" sldId="741"/>
        </pc:sldMkLst>
        <pc:spChg chg="mod">
          <ac:chgData name="GEUZE Michael" userId="7745a197-f4b0-4247-9e69-96976d9a4300" providerId="ADAL" clId="{9917B71B-9F07-478B-8C75-9593E3E8A6E0}" dt="2023-12-19T13:52:20.950" v="4434" actId="20577"/>
          <ac:spMkLst>
            <pc:docMk/>
            <pc:sldMk cId="3106810948" sldId="741"/>
            <ac:spMk id="2" creationId="{AF77454B-95BE-DFFC-0EE2-D92C768F525F}"/>
          </ac:spMkLst>
        </pc:spChg>
        <pc:spChg chg="mod">
          <ac:chgData name="GEUZE Michael" userId="7745a197-f4b0-4247-9e69-96976d9a4300" providerId="ADAL" clId="{9917B71B-9F07-478B-8C75-9593E3E8A6E0}" dt="2023-12-19T11:40:14.126" v="2047" actId="20577"/>
          <ac:spMkLst>
            <pc:docMk/>
            <pc:sldMk cId="3106810948" sldId="741"/>
            <ac:spMk id="3" creationId="{C6074432-83C1-4B66-FB2A-70A31D79C0D0}"/>
          </ac:spMkLst>
        </pc:spChg>
        <pc:spChg chg="mod">
          <ac:chgData name="GEUZE Michael" userId="7745a197-f4b0-4247-9e69-96976d9a4300" providerId="ADAL" clId="{9917B71B-9F07-478B-8C75-9593E3E8A6E0}" dt="2023-12-19T14:05:58.040" v="4592" actId="20577"/>
          <ac:spMkLst>
            <pc:docMk/>
            <pc:sldMk cId="3106810948" sldId="741"/>
            <ac:spMk id="4" creationId="{3873F2AF-7C6D-BC03-900F-E6C36CF28B7E}"/>
          </ac:spMkLst>
        </pc:spChg>
      </pc:sldChg>
      <pc:sldChg chg="addSp delSp modSp add mod">
        <pc:chgData name="GEUZE Michael" userId="7745a197-f4b0-4247-9e69-96976d9a4300" providerId="ADAL" clId="{9917B71B-9F07-478B-8C75-9593E3E8A6E0}" dt="2023-12-19T16:35:57.044" v="4928" actId="1076"/>
        <pc:sldMkLst>
          <pc:docMk/>
          <pc:sldMk cId="1040691146" sldId="742"/>
        </pc:sldMkLst>
        <pc:spChg chg="mod">
          <ac:chgData name="GEUZE Michael" userId="7745a197-f4b0-4247-9e69-96976d9a4300" providerId="ADAL" clId="{9917B71B-9F07-478B-8C75-9593E3E8A6E0}" dt="2023-12-19T15:39:26.421" v="4765" actId="14100"/>
          <ac:spMkLst>
            <pc:docMk/>
            <pc:sldMk cId="1040691146" sldId="742"/>
            <ac:spMk id="2" creationId="{AF77454B-95BE-DFFC-0EE2-D92C768F525F}"/>
          </ac:spMkLst>
        </pc:spChg>
        <pc:spChg chg="mod">
          <ac:chgData name="GEUZE Michael" userId="7745a197-f4b0-4247-9e69-96976d9a4300" providerId="ADAL" clId="{9917B71B-9F07-478B-8C75-9593E3E8A6E0}" dt="2023-12-19T13:49:21.754" v="4382" actId="20577"/>
          <ac:spMkLst>
            <pc:docMk/>
            <pc:sldMk cId="1040691146" sldId="742"/>
            <ac:spMk id="3" creationId="{C6074432-83C1-4B66-FB2A-70A31D79C0D0}"/>
          </ac:spMkLst>
        </pc:spChg>
        <pc:spChg chg="mod">
          <ac:chgData name="GEUZE Michael" userId="7745a197-f4b0-4247-9e69-96976d9a4300" providerId="ADAL" clId="{9917B71B-9F07-478B-8C75-9593E3E8A6E0}" dt="2023-12-19T14:05:47.283" v="4587" actId="20577"/>
          <ac:spMkLst>
            <pc:docMk/>
            <pc:sldMk cId="1040691146" sldId="742"/>
            <ac:spMk id="4" creationId="{3873F2AF-7C6D-BC03-900F-E6C36CF28B7E}"/>
          </ac:spMkLst>
        </pc:spChg>
        <pc:spChg chg="add del">
          <ac:chgData name="GEUZE Michael" userId="7745a197-f4b0-4247-9e69-96976d9a4300" providerId="ADAL" clId="{9917B71B-9F07-478B-8C75-9593E3E8A6E0}" dt="2023-12-19T15:39:28.920" v="4767" actId="22"/>
          <ac:spMkLst>
            <pc:docMk/>
            <pc:sldMk cId="1040691146" sldId="742"/>
            <ac:spMk id="7" creationId="{1D6C98F5-CDC3-9C51-FE6F-7F4CFC849FD5}"/>
          </ac:spMkLst>
        </pc:spChg>
        <pc:graphicFrameChg chg="add del modGraphic">
          <ac:chgData name="GEUZE Michael" userId="7745a197-f4b0-4247-9e69-96976d9a4300" providerId="ADAL" clId="{9917B71B-9F07-478B-8C75-9593E3E8A6E0}" dt="2023-12-19T12:57:13.152" v="3553" actId="478"/>
          <ac:graphicFrameMkLst>
            <pc:docMk/>
            <pc:sldMk cId="1040691146" sldId="742"/>
            <ac:graphicFrameMk id="5" creationId="{57CDFC68-3C51-9B9A-E52D-8D7C5BDF672C}"/>
          </ac:graphicFrameMkLst>
        </pc:graphicFrameChg>
        <pc:picChg chg="add del mod">
          <ac:chgData name="GEUZE Michael" userId="7745a197-f4b0-4247-9e69-96976d9a4300" providerId="ADAL" clId="{9917B71B-9F07-478B-8C75-9593E3E8A6E0}" dt="2023-12-19T15:57:41.296" v="4805" actId="478"/>
          <ac:picMkLst>
            <pc:docMk/>
            <pc:sldMk cId="1040691146" sldId="742"/>
            <ac:picMk id="9" creationId="{8B485AF1-BAC0-687C-CF86-9D001271BE31}"/>
          </ac:picMkLst>
        </pc:picChg>
        <pc:picChg chg="add mod">
          <ac:chgData name="GEUZE Michael" userId="7745a197-f4b0-4247-9e69-96976d9a4300" providerId="ADAL" clId="{9917B71B-9F07-478B-8C75-9593E3E8A6E0}" dt="2023-12-19T16:35:57.044" v="4928" actId="1076"/>
          <ac:picMkLst>
            <pc:docMk/>
            <pc:sldMk cId="1040691146" sldId="742"/>
            <ac:picMk id="11" creationId="{14DDF78D-3F6B-808C-DC4D-5CFA7EEB3072}"/>
          </ac:picMkLst>
        </pc:picChg>
        <pc:picChg chg="add del mod">
          <ac:chgData name="GEUZE Michael" userId="7745a197-f4b0-4247-9e69-96976d9a4300" providerId="ADAL" clId="{9917B71B-9F07-478B-8C75-9593E3E8A6E0}" dt="2023-12-19T16:12:02.900" v="4917" actId="478"/>
          <ac:picMkLst>
            <pc:docMk/>
            <pc:sldMk cId="1040691146" sldId="742"/>
            <ac:picMk id="1026" creationId="{F7AAB965-6200-3D2E-BB1B-55957B727F9F}"/>
          </ac:picMkLst>
        </pc:picChg>
      </pc:sldChg>
      <pc:sldChg chg="modSp add mod">
        <pc:chgData name="GEUZE Michael" userId="7745a197-f4b0-4247-9e69-96976d9a4300" providerId="ADAL" clId="{9917B71B-9F07-478B-8C75-9593E3E8A6E0}" dt="2023-12-19T15:37:56.846" v="4756" actId="20577"/>
        <pc:sldMkLst>
          <pc:docMk/>
          <pc:sldMk cId="2639318053" sldId="745"/>
        </pc:sldMkLst>
        <pc:spChg chg="mod">
          <ac:chgData name="GEUZE Michael" userId="7745a197-f4b0-4247-9e69-96976d9a4300" providerId="ADAL" clId="{9917B71B-9F07-478B-8C75-9593E3E8A6E0}" dt="2023-12-19T15:37:56.846" v="4756" actId="20577"/>
          <ac:spMkLst>
            <pc:docMk/>
            <pc:sldMk cId="2639318053" sldId="745"/>
            <ac:spMk id="2" creationId="{AF77454B-95BE-DFFC-0EE2-D92C768F525F}"/>
          </ac:spMkLst>
        </pc:spChg>
        <pc:spChg chg="mod">
          <ac:chgData name="GEUZE Michael" userId="7745a197-f4b0-4247-9e69-96976d9a4300" providerId="ADAL" clId="{9917B71B-9F07-478B-8C75-9593E3E8A6E0}" dt="2023-12-19T12:46:32.983" v="3310" actId="20577"/>
          <ac:spMkLst>
            <pc:docMk/>
            <pc:sldMk cId="2639318053" sldId="745"/>
            <ac:spMk id="3" creationId="{C6074432-83C1-4B66-FB2A-70A31D79C0D0}"/>
          </ac:spMkLst>
        </pc:spChg>
        <pc:spChg chg="mod">
          <ac:chgData name="GEUZE Michael" userId="7745a197-f4b0-4247-9e69-96976d9a4300" providerId="ADAL" clId="{9917B71B-9F07-478B-8C75-9593E3E8A6E0}" dt="2023-12-19T14:05:41.831" v="4582" actId="20577"/>
          <ac:spMkLst>
            <pc:docMk/>
            <pc:sldMk cId="2639318053" sldId="745"/>
            <ac:spMk id="4" creationId="{3873F2AF-7C6D-BC03-900F-E6C36CF28B7E}"/>
          </ac:spMkLst>
        </pc:spChg>
      </pc:sldChg>
      <pc:sldChg chg="modSp add mod">
        <pc:chgData name="GEUZE Michael" userId="7745a197-f4b0-4247-9e69-96976d9a4300" providerId="ADAL" clId="{9917B71B-9F07-478B-8C75-9593E3E8A6E0}" dt="2023-12-19T14:05:30.291" v="4572" actId="20577"/>
        <pc:sldMkLst>
          <pc:docMk/>
          <pc:sldMk cId="164176570" sldId="748"/>
        </pc:sldMkLst>
        <pc:spChg chg="mod">
          <ac:chgData name="GEUZE Michael" userId="7745a197-f4b0-4247-9e69-96976d9a4300" providerId="ADAL" clId="{9917B71B-9F07-478B-8C75-9593E3E8A6E0}" dt="2023-12-19T14:02:03.958" v="4533" actId="20577"/>
          <ac:spMkLst>
            <pc:docMk/>
            <pc:sldMk cId="164176570" sldId="748"/>
            <ac:spMk id="2" creationId="{AF77454B-95BE-DFFC-0EE2-D92C768F525F}"/>
          </ac:spMkLst>
        </pc:spChg>
        <pc:spChg chg="mod">
          <ac:chgData name="GEUZE Michael" userId="7745a197-f4b0-4247-9e69-96976d9a4300" providerId="ADAL" clId="{9917B71B-9F07-478B-8C75-9593E3E8A6E0}" dt="2023-12-19T14:03:11.489" v="4565" actId="6549"/>
          <ac:spMkLst>
            <pc:docMk/>
            <pc:sldMk cId="164176570" sldId="748"/>
            <ac:spMk id="3" creationId="{C6074432-83C1-4B66-FB2A-70A31D79C0D0}"/>
          </ac:spMkLst>
        </pc:spChg>
        <pc:spChg chg="mod">
          <ac:chgData name="GEUZE Michael" userId="7745a197-f4b0-4247-9e69-96976d9a4300" providerId="ADAL" clId="{9917B71B-9F07-478B-8C75-9593E3E8A6E0}" dt="2023-12-19T14:05:30.291" v="4572" actId="20577"/>
          <ac:spMkLst>
            <pc:docMk/>
            <pc:sldMk cId="164176570" sldId="748"/>
            <ac:spMk id="4" creationId="{3873F2AF-7C6D-BC03-900F-E6C36CF28B7E}"/>
          </ac:spMkLst>
        </pc:spChg>
      </pc:sldChg>
      <pc:sldChg chg="modSp mod">
        <pc:chgData name="GEUZE Michael" userId="7745a197-f4b0-4247-9e69-96976d9a4300" providerId="ADAL" clId="{9917B71B-9F07-478B-8C75-9593E3E8A6E0}" dt="2023-12-21T10:27:46.238" v="4978" actId="20577"/>
        <pc:sldMkLst>
          <pc:docMk/>
          <pc:sldMk cId="1548695986" sldId="751"/>
        </pc:sldMkLst>
        <pc:spChg chg="mod">
          <ac:chgData name="GEUZE Michael" userId="7745a197-f4b0-4247-9e69-96976d9a4300" providerId="ADAL" clId="{9917B71B-9F07-478B-8C75-9593E3E8A6E0}" dt="2023-12-21T10:27:46.238" v="4978" actId="20577"/>
          <ac:spMkLst>
            <pc:docMk/>
            <pc:sldMk cId="1548695986" sldId="751"/>
            <ac:spMk id="10" creationId="{9DD343B6-D9DA-0876-78B1-2410A7CFF2EA}"/>
          </ac:spMkLst>
        </pc:spChg>
      </pc:sldChg>
      <pc:sldChg chg="addSp delSp modSp mod">
        <pc:chgData name="GEUZE Michael" userId="7745a197-f4b0-4247-9e69-96976d9a4300" providerId="ADAL" clId="{9917B71B-9F07-478B-8C75-9593E3E8A6E0}" dt="2023-12-19T15:48:45.326" v="4796" actId="14100"/>
        <pc:sldMkLst>
          <pc:docMk/>
          <pc:sldMk cId="511359282" sldId="752"/>
        </pc:sldMkLst>
        <pc:spChg chg="mod">
          <ac:chgData name="GEUZE Michael" userId="7745a197-f4b0-4247-9e69-96976d9a4300" providerId="ADAL" clId="{9917B71B-9F07-478B-8C75-9593E3E8A6E0}" dt="2023-12-19T15:48:45.326" v="4796" actId="14100"/>
          <ac:spMkLst>
            <pc:docMk/>
            <pc:sldMk cId="511359282" sldId="752"/>
            <ac:spMk id="2" creationId="{EBF634AA-C153-EFE8-1ECA-88BD81735E44}"/>
          </ac:spMkLst>
        </pc:spChg>
        <pc:picChg chg="add del mod">
          <ac:chgData name="GEUZE Michael" userId="7745a197-f4b0-4247-9e69-96976d9a4300" providerId="ADAL" clId="{9917B71B-9F07-478B-8C75-9593E3E8A6E0}" dt="2023-12-19T15:48:44.506" v="4795"/>
          <ac:picMkLst>
            <pc:docMk/>
            <pc:sldMk cId="511359282" sldId="752"/>
            <ac:picMk id="6" creationId="{23E0CF20-3CD0-A250-F7FC-2F35975ACAF0}"/>
          </ac:picMkLst>
        </pc:picChg>
      </pc:sldChg>
      <pc:sldChg chg="addSp modSp add mod ord">
        <pc:chgData name="GEUZE Michael" userId="7745a197-f4b0-4247-9e69-96976d9a4300" providerId="ADAL" clId="{9917B71B-9F07-478B-8C75-9593E3E8A6E0}" dt="2023-12-19T15:44:57.132" v="4785" actId="1076"/>
        <pc:sldMkLst>
          <pc:docMk/>
          <pc:sldMk cId="1689816693" sldId="754"/>
        </pc:sldMkLst>
        <pc:spChg chg="mod">
          <ac:chgData name="GEUZE Michael" userId="7745a197-f4b0-4247-9e69-96976d9a4300" providerId="ADAL" clId="{9917B71B-9F07-478B-8C75-9593E3E8A6E0}" dt="2023-12-19T15:44:42.079" v="4778" actId="14100"/>
          <ac:spMkLst>
            <pc:docMk/>
            <pc:sldMk cId="1689816693" sldId="754"/>
            <ac:spMk id="2" creationId="{AF77454B-95BE-DFFC-0EE2-D92C768F525F}"/>
          </ac:spMkLst>
        </pc:spChg>
        <pc:spChg chg="mod">
          <ac:chgData name="GEUZE Michael" userId="7745a197-f4b0-4247-9e69-96976d9a4300" providerId="ADAL" clId="{9917B71B-9F07-478B-8C75-9593E3E8A6E0}" dt="2023-12-19T13:31:27.825" v="4077" actId="20577"/>
          <ac:spMkLst>
            <pc:docMk/>
            <pc:sldMk cId="1689816693" sldId="754"/>
            <ac:spMk id="3" creationId="{C6074432-83C1-4B66-FB2A-70A31D79C0D0}"/>
          </ac:spMkLst>
        </pc:spChg>
        <pc:spChg chg="mod">
          <ac:chgData name="GEUZE Michael" userId="7745a197-f4b0-4247-9e69-96976d9a4300" providerId="ADAL" clId="{9917B71B-9F07-478B-8C75-9593E3E8A6E0}" dt="2023-12-19T14:05:36.094" v="4577" actId="20577"/>
          <ac:spMkLst>
            <pc:docMk/>
            <pc:sldMk cId="1689816693" sldId="754"/>
            <ac:spMk id="4" creationId="{3873F2AF-7C6D-BC03-900F-E6C36CF28B7E}"/>
          </ac:spMkLst>
        </pc:spChg>
        <pc:picChg chg="add mod">
          <ac:chgData name="GEUZE Michael" userId="7745a197-f4b0-4247-9e69-96976d9a4300" providerId="ADAL" clId="{9917B71B-9F07-478B-8C75-9593E3E8A6E0}" dt="2023-12-19T15:44:57.132" v="4785" actId="1076"/>
          <ac:picMkLst>
            <pc:docMk/>
            <pc:sldMk cId="1689816693" sldId="754"/>
            <ac:picMk id="6" creationId="{0E464379-354C-88D4-79F1-C0AAD64A619D}"/>
          </ac:picMkLst>
        </pc:picChg>
      </pc:sldChg>
      <pc:sldChg chg="addSp modSp mod">
        <pc:chgData name="GEUZE Michael" userId="7745a197-f4b0-4247-9e69-96976d9a4300" providerId="ADAL" clId="{9917B71B-9F07-478B-8C75-9593E3E8A6E0}" dt="2023-12-19T15:49:05.155" v="4804" actId="1076"/>
        <pc:sldMkLst>
          <pc:docMk/>
          <pc:sldMk cId="1797974124" sldId="755"/>
        </pc:sldMkLst>
        <pc:spChg chg="mod">
          <ac:chgData name="GEUZE Michael" userId="7745a197-f4b0-4247-9e69-96976d9a4300" providerId="ADAL" clId="{9917B71B-9F07-478B-8C75-9593E3E8A6E0}" dt="2023-12-19T15:48:55.083" v="4797" actId="14100"/>
          <ac:spMkLst>
            <pc:docMk/>
            <pc:sldMk cId="1797974124" sldId="755"/>
            <ac:spMk id="2" creationId="{1F9E8453-28B6-0205-912A-3C78F66D9832}"/>
          </ac:spMkLst>
        </pc:spChg>
        <pc:picChg chg="add mod">
          <ac:chgData name="GEUZE Michael" userId="7745a197-f4b0-4247-9e69-96976d9a4300" providerId="ADAL" clId="{9917B71B-9F07-478B-8C75-9593E3E8A6E0}" dt="2023-12-19T15:49:05.155" v="4804" actId="1076"/>
          <ac:picMkLst>
            <pc:docMk/>
            <pc:sldMk cId="1797974124" sldId="755"/>
            <ac:picMk id="6" creationId="{983ADE20-20EA-2B66-7609-55008D44AB79}"/>
          </ac:picMkLst>
        </pc:picChg>
      </pc:sldChg>
      <pc:sldChg chg="addSp delSp modSp new del mod modClrScheme chgLayout">
        <pc:chgData name="GEUZE Michael" userId="7745a197-f4b0-4247-9e69-96976d9a4300" providerId="ADAL" clId="{9917B71B-9F07-478B-8C75-9593E3E8A6E0}" dt="2023-12-19T15:38:38.766" v="4764" actId="47"/>
        <pc:sldMkLst>
          <pc:docMk/>
          <pc:sldMk cId="2740513038" sldId="756"/>
        </pc:sldMkLst>
        <pc:spChg chg="del">
          <ac:chgData name="GEUZE Michael" userId="7745a197-f4b0-4247-9e69-96976d9a4300" providerId="ADAL" clId="{9917B71B-9F07-478B-8C75-9593E3E8A6E0}" dt="2023-12-19T15:38:03.711" v="4758" actId="6264"/>
          <ac:spMkLst>
            <pc:docMk/>
            <pc:sldMk cId="2740513038" sldId="756"/>
            <ac:spMk id="2" creationId="{A444D03C-C523-D249-0AD6-F11DD67F1BA2}"/>
          </ac:spMkLst>
        </pc:spChg>
        <pc:spChg chg="del">
          <ac:chgData name="GEUZE Michael" userId="7745a197-f4b0-4247-9e69-96976d9a4300" providerId="ADAL" clId="{9917B71B-9F07-478B-8C75-9593E3E8A6E0}" dt="2023-12-19T15:38:03.711" v="4758" actId="6264"/>
          <ac:spMkLst>
            <pc:docMk/>
            <pc:sldMk cId="2740513038" sldId="756"/>
            <ac:spMk id="3" creationId="{8D87C175-B6AA-123F-3C20-EA5AF4A5E173}"/>
          </ac:spMkLst>
        </pc:spChg>
        <pc:spChg chg="mod ord">
          <ac:chgData name="GEUZE Michael" userId="7745a197-f4b0-4247-9e69-96976d9a4300" providerId="ADAL" clId="{9917B71B-9F07-478B-8C75-9593E3E8A6E0}" dt="2023-12-19T15:38:07.977" v="4759" actId="700"/>
          <ac:spMkLst>
            <pc:docMk/>
            <pc:sldMk cId="2740513038" sldId="756"/>
            <ac:spMk id="4" creationId="{50BB1F83-FC5F-FEF8-024C-43831A732750}"/>
          </ac:spMkLst>
        </pc:spChg>
        <pc:spChg chg="add del mod">
          <ac:chgData name="GEUZE Michael" userId="7745a197-f4b0-4247-9e69-96976d9a4300" providerId="ADAL" clId="{9917B71B-9F07-478B-8C75-9593E3E8A6E0}" dt="2023-12-19T15:38:03.711" v="4758" actId="6264"/>
          <ac:spMkLst>
            <pc:docMk/>
            <pc:sldMk cId="2740513038" sldId="756"/>
            <ac:spMk id="5" creationId="{91E760B0-30BE-4F52-65EA-FF598A028308}"/>
          </ac:spMkLst>
        </pc:spChg>
        <pc:spChg chg="add del mod ord">
          <ac:chgData name="GEUZE Michael" userId="7745a197-f4b0-4247-9e69-96976d9a4300" providerId="ADAL" clId="{9917B71B-9F07-478B-8C75-9593E3E8A6E0}" dt="2023-12-19T15:38:07.977" v="4759" actId="700"/>
          <ac:spMkLst>
            <pc:docMk/>
            <pc:sldMk cId="2740513038" sldId="756"/>
            <ac:spMk id="6" creationId="{E4483D0E-A93C-AADC-E138-52465648D356}"/>
          </ac:spMkLst>
        </pc:spChg>
        <pc:spChg chg="add del mod ord">
          <ac:chgData name="GEUZE Michael" userId="7745a197-f4b0-4247-9e69-96976d9a4300" providerId="ADAL" clId="{9917B71B-9F07-478B-8C75-9593E3E8A6E0}" dt="2023-12-19T15:38:07.977" v="4759" actId="700"/>
          <ac:spMkLst>
            <pc:docMk/>
            <pc:sldMk cId="2740513038" sldId="756"/>
            <ac:spMk id="7" creationId="{3A42782D-779E-73E0-3FB8-F85BE42DF46B}"/>
          </ac:spMkLst>
        </pc:spChg>
        <pc:spChg chg="add mod ord">
          <ac:chgData name="GEUZE Michael" userId="7745a197-f4b0-4247-9e69-96976d9a4300" providerId="ADAL" clId="{9917B71B-9F07-478B-8C75-9593E3E8A6E0}" dt="2023-12-19T15:38:31.356" v="4763"/>
          <ac:spMkLst>
            <pc:docMk/>
            <pc:sldMk cId="2740513038" sldId="756"/>
            <ac:spMk id="8" creationId="{BB58F735-F693-E7B9-AF06-9E94BF4EEDF0}"/>
          </ac:spMkLst>
        </pc:spChg>
        <pc:spChg chg="add mod ord">
          <ac:chgData name="GEUZE Michael" userId="7745a197-f4b0-4247-9e69-96976d9a4300" providerId="ADAL" clId="{9917B71B-9F07-478B-8C75-9593E3E8A6E0}" dt="2023-12-19T15:38:30.814" v="4762"/>
          <ac:spMkLst>
            <pc:docMk/>
            <pc:sldMk cId="2740513038" sldId="756"/>
            <ac:spMk id="9" creationId="{3BB2B7BC-2E7F-EBA0-78FC-D5938E98A303}"/>
          </ac:spMkLst>
        </pc:spChg>
        <pc:spChg chg="add mod ord">
          <ac:chgData name="GEUZE Michael" userId="7745a197-f4b0-4247-9e69-96976d9a4300" providerId="ADAL" clId="{9917B71B-9F07-478B-8C75-9593E3E8A6E0}" dt="2023-12-19T15:38:07.977" v="4759" actId="700"/>
          <ac:spMkLst>
            <pc:docMk/>
            <pc:sldMk cId="2740513038" sldId="756"/>
            <ac:spMk id="10" creationId="{D07E32DF-9ABC-C7B9-D7A2-1DCED5783988}"/>
          </ac:spMkLst>
        </pc:spChg>
      </pc:sldChg>
      <pc:sldChg chg="addSp delSp modSp mod setBg delAnim modAnim">
        <pc:chgData name="GEUZE Michael" userId="7745a197-f4b0-4247-9e69-96976d9a4300" providerId="ADAL" clId="{9917B71B-9F07-478B-8C75-9593E3E8A6E0}" dt="2023-12-21T12:43:36.164" v="5026" actId="1076"/>
        <pc:sldMkLst>
          <pc:docMk/>
          <pc:sldMk cId="3504147814" sldId="756"/>
        </pc:sldMkLst>
        <pc:picChg chg="del mod modCrop">
          <ac:chgData name="GEUZE Michael" userId="7745a197-f4b0-4247-9e69-96976d9a4300" providerId="ADAL" clId="{9917B71B-9F07-478B-8C75-9593E3E8A6E0}" dt="2023-12-21T12:41:49.526" v="4987" actId="478"/>
          <ac:picMkLst>
            <pc:docMk/>
            <pc:sldMk cId="3504147814" sldId="756"/>
            <ac:picMk id="5" creationId="{0605AD96-E5F0-92D7-885E-92F196D98749}"/>
          </ac:picMkLst>
        </pc:picChg>
        <pc:picChg chg="add mod modCrop">
          <ac:chgData name="GEUZE Michael" userId="7745a197-f4b0-4247-9e69-96976d9a4300" providerId="ADAL" clId="{9917B71B-9F07-478B-8C75-9593E3E8A6E0}" dt="2023-12-21T12:43:36.164" v="5026" actId="1076"/>
          <ac:picMkLst>
            <pc:docMk/>
            <pc:sldMk cId="3504147814" sldId="756"/>
            <ac:picMk id="6" creationId="{ACE79383-D047-2B29-64CF-5FB5DB190047}"/>
          </ac:picMkLst>
        </pc:picChg>
      </pc:sldChg>
      <pc:sldChg chg="new del">
        <pc:chgData name="GEUZE Michael" userId="7745a197-f4b0-4247-9e69-96976d9a4300" providerId="ADAL" clId="{9917B71B-9F07-478B-8C75-9593E3E8A6E0}" dt="2023-12-21T12:39:12.718" v="4985" actId="47"/>
        <pc:sldMkLst>
          <pc:docMk/>
          <pc:sldMk cId="1261906674" sldId="757"/>
        </pc:sldMkLst>
      </pc:sldChg>
    </pc:docChg>
  </pc:docChgLst>
  <pc:docChgLst>
    <pc:chgData name="Guest User" userId="S::urn:spo:anon#ea0fd50aa92bfdaf9afa054c67f42770a8332b8db4361ee44a77c7fd0f5760cd::" providerId="AD" clId="Web-{D0B13C30-1E09-DCB9-455F-2381A5BF0B30}"/>
    <pc:docChg chg="addSld delSld modSld">
      <pc:chgData name="Guest User" userId="S::urn:spo:anon#ea0fd50aa92bfdaf9afa054c67f42770a8332b8db4361ee44a77c7fd0f5760cd::" providerId="AD" clId="Web-{D0B13C30-1E09-DCB9-455F-2381A5BF0B30}" dt="2023-12-21T12:36:53.411" v="165"/>
      <pc:docMkLst>
        <pc:docMk/>
      </pc:docMkLst>
      <pc:sldChg chg="modSp">
        <pc:chgData name="Guest User" userId="S::urn:spo:anon#ea0fd50aa92bfdaf9afa054c67f42770a8332b8db4361ee44a77c7fd0f5760cd::" providerId="AD" clId="Web-{D0B13C30-1E09-DCB9-455F-2381A5BF0B30}" dt="2023-12-21T09:56:08.844" v="86" actId="20577"/>
        <pc:sldMkLst>
          <pc:docMk/>
          <pc:sldMk cId="1040691146" sldId="742"/>
        </pc:sldMkLst>
        <pc:spChg chg="mod">
          <ac:chgData name="Guest User" userId="S::urn:spo:anon#ea0fd50aa92bfdaf9afa054c67f42770a8332b8db4361ee44a77c7fd0f5760cd::" providerId="AD" clId="Web-{D0B13C30-1E09-DCB9-455F-2381A5BF0B30}" dt="2023-12-21T09:56:08.844" v="86" actId="20577"/>
          <ac:spMkLst>
            <pc:docMk/>
            <pc:sldMk cId="1040691146" sldId="742"/>
            <ac:spMk id="2" creationId="{AF77454B-95BE-DFFC-0EE2-D92C768F525F}"/>
          </ac:spMkLst>
        </pc:spChg>
        <pc:spChg chg="mod">
          <ac:chgData name="Guest User" userId="S::urn:spo:anon#ea0fd50aa92bfdaf9afa054c67f42770a8332b8db4361ee44a77c7fd0f5760cd::" providerId="AD" clId="Web-{D0B13C30-1E09-DCB9-455F-2381A5BF0B30}" dt="2023-12-21T09:49:25.377" v="42" actId="20577"/>
          <ac:spMkLst>
            <pc:docMk/>
            <pc:sldMk cId="1040691146" sldId="742"/>
            <ac:spMk id="3" creationId="{C6074432-83C1-4B66-FB2A-70A31D79C0D0}"/>
          </ac:spMkLst>
        </pc:spChg>
      </pc:sldChg>
      <pc:sldChg chg="modSp">
        <pc:chgData name="Guest User" userId="S::urn:spo:anon#ea0fd50aa92bfdaf9afa054c67f42770a8332b8db4361ee44a77c7fd0f5760cd::" providerId="AD" clId="Web-{D0B13C30-1E09-DCB9-455F-2381A5BF0B30}" dt="2023-12-21T10:10:29.763" v="160" actId="20577"/>
        <pc:sldMkLst>
          <pc:docMk/>
          <pc:sldMk cId="2639318053" sldId="745"/>
        </pc:sldMkLst>
        <pc:spChg chg="mod">
          <ac:chgData name="Guest User" userId="S::urn:spo:anon#ea0fd50aa92bfdaf9afa054c67f42770a8332b8db4361ee44a77c7fd0f5760cd::" providerId="AD" clId="Web-{D0B13C30-1E09-DCB9-455F-2381A5BF0B30}" dt="2023-12-21T10:10:29.763" v="160" actId="20577"/>
          <ac:spMkLst>
            <pc:docMk/>
            <pc:sldMk cId="2639318053" sldId="745"/>
            <ac:spMk id="2" creationId="{AF77454B-95BE-DFFC-0EE2-D92C768F525F}"/>
          </ac:spMkLst>
        </pc:spChg>
      </pc:sldChg>
      <pc:sldChg chg="del">
        <pc:chgData name="Guest User" userId="S::urn:spo:anon#ea0fd50aa92bfdaf9afa054c67f42770a8332b8db4361ee44a77c7fd0f5760cd::" providerId="AD" clId="Web-{D0B13C30-1E09-DCB9-455F-2381A5BF0B30}" dt="2023-12-21T12:36:06.534" v="161"/>
        <pc:sldMkLst>
          <pc:docMk/>
          <pc:sldMk cId="164176570" sldId="748"/>
        </pc:sldMkLst>
      </pc:sldChg>
      <pc:sldChg chg="addSp modSp new addAnim">
        <pc:chgData name="Guest User" userId="S::urn:spo:anon#ea0fd50aa92bfdaf9afa054c67f42770a8332b8db4361ee44a77c7fd0f5760cd::" providerId="AD" clId="Web-{D0B13C30-1E09-DCB9-455F-2381A5BF0B30}" dt="2023-12-21T12:36:53.411" v="165"/>
        <pc:sldMkLst>
          <pc:docMk/>
          <pc:sldMk cId="3504147814" sldId="756"/>
        </pc:sldMkLst>
        <pc:picChg chg="add mod">
          <ac:chgData name="Guest User" userId="S::urn:spo:anon#ea0fd50aa92bfdaf9afa054c67f42770a8332b8db4361ee44a77c7fd0f5760cd::" providerId="AD" clId="Web-{D0B13C30-1E09-DCB9-455F-2381A5BF0B30}" dt="2023-12-21T12:36:53.411" v="165"/>
          <ac:picMkLst>
            <pc:docMk/>
            <pc:sldMk cId="3504147814" sldId="756"/>
            <ac:picMk id="5" creationId="{0605AD96-E5F0-92D7-885E-92F196D98749}"/>
          </ac:picMkLst>
        </pc:picChg>
      </pc:sldChg>
      <pc:sldChg chg="new del">
        <pc:chgData name="Guest User" userId="S::urn:spo:anon#ea0fd50aa92bfdaf9afa054c67f42770a8332b8db4361ee44a77c7fd0f5760cd::" providerId="AD" clId="Web-{D0B13C30-1E09-DCB9-455F-2381A5BF0B30}" dt="2023-12-21T12:36:30.004" v="164"/>
        <pc:sldMkLst>
          <pc:docMk/>
          <pc:sldMk cId="982273159" sldId="757"/>
        </pc:sldMkLst>
      </pc:sldChg>
    </pc:docChg>
  </pc:docChgLst>
  <pc:docChgLst>
    <pc:chgData name="MANGOLD Stefan" userId="S::sma4894@students.fhv.at::d6f96fda-788b-42ef-b808-3f6364b0038d" providerId="AD" clId="Web-{62B15CBD-7587-7BA7-87F0-58005FAC8F74}"/>
    <pc:docChg chg="modSld sldOrd">
      <pc:chgData name="MANGOLD Stefan" userId="S::sma4894@students.fhv.at::d6f96fda-788b-42ef-b808-3f6364b0038d" providerId="AD" clId="Web-{62B15CBD-7587-7BA7-87F0-58005FAC8F74}" dt="2023-12-21T12:52:31.084" v="160" actId="20577"/>
      <pc:docMkLst>
        <pc:docMk/>
      </pc:docMkLst>
      <pc:sldChg chg="addSp delSp modSp">
        <pc:chgData name="MANGOLD Stefan" userId="S::sma4894@students.fhv.at::d6f96fda-788b-42ef-b808-3f6364b0038d" providerId="AD" clId="Web-{62B15CBD-7587-7BA7-87F0-58005FAC8F74}" dt="2023-12-21T12:52:31.084" v="160" actId="20577"/>
        <pc:sldMkLst>
          <pc:docMk/>
          <pc:sldMk cId="1548695986" sldId="751"/>
        </pc:sldMkLst>
        <pc:spChg chg="del mod">
          <ac:chgData name="MANGOLD Stefan" userId="S::sma4894@students.fhv.at::d6f96fda-788b-42ef-b808-3f6364b0038d" providerId="AD" clId="Web-{62B15CBD-7587-7BA7-87F0-58005FAC8F74}" dt="2023-12-21T09:57:32.201" v="2"/>
          <ac:spMkLst>
            <pc:docMk/>
            <pc:sldMk cId="1548695986" sldId="751"/>
            <ac:spMk id="2" creationId="{DCDF7119-842A-7AE9-7FF7-457F3B13C6BF}"/>
          </ac:spMkLst>
        </pc:spChg>
        <pc:spChg chg="add del mod">
          <ac:chgData name="MANGOLD Stefan" userId="S::sma4894@students.fhv.at::d6f96fda-788b-42ef-b808-3f6364b0038d" providerId="AD" clId="Web-{62B15CBD-7587-7BA7-87F0-58005FAC8F74}" dt="2023-12-21T09:57:43.592" v="6"/>
          <ac:spMkLst>
            <pc:docMk/>
            <pc:sldMk cId="1548695986" sldId="751"/>
            <ac:spMk id="6" creationId="{C7CE4972-0BCC-23D9-15A3-91B9B0162BBD}"/>
          </ac:spMkLst>
        </pc:spChg>
        <pc:spChg chg="add mod">
          <ac:chgData name="MANGOLD Stefan" userId="S::sma4894@students.fhv.at::d6f96fda-788b-42ef-b808-3f6364b0038d" providerId="AD" clId="Web-{62B15CBD-7587-7BA7-87F0-58005FAC8F74}" dt="2023-12-21T12:52:31.084" v="160" actId="20577"/>
          <ac:spMkLst>
            <pc:docMk/>
            <pc:sldMk cId="1548695986" sldId="751"/>
            <ac:spMk id="10" creationId="{9DD343B6-D9DA-0876-78B1-2410A7CFF2EA}"/>
          </ac:spMkLst>
        </pc:spChg>
        <pc:picChg chg="add mod">
          <ac:chgData name="MANGOLD Stefan" userId="S::sma4894@students.fhv.at::d6f96fda-788b-42ef-b808-3f6364b0038d" providerId="AD" clId="Web-{62B15CBD-7587-7BA7-87F0-58005FAC8F74}" dt="2023-12-21T09:57:57.468" v="9" actId="1076"/>
          <ac:picMkLst>
            <pc:docMk/>
            <pc:sldMk cId="1548695986" sldId="751"/>
            <ac:picMk id="7" creationId="{1B18DF28-7DD3-AD4B-E241-D53677B30B0A}"/>
          </ac:picMkLst>
        </pc:picChg>
        <pc:picChg chg="add del mod">
          <ac:chgData name="MANGOLD Stefan" userId="S::sma4894@students.fhv.at::d6f96fda-788b-42ef-b808-3f6364b0038d" providerId="AD" clId="Web-{62B15CBD-7587-7BA7-87F0-58005FAC8F74}" dt="2023-12-21T09:58:10.171" v="11"/>
          <ac:picMkLst>
            <pc:docMk/>
            <pc:sldMk cId="1548695986" sldId="751"/>
            <ac:picMk id="8" creationId="{51007D0C-B431-BB3C-02E4-92F53221EA5F}"/>
          </ac:picMkLst>
        </pc:picChg>
      </pc:sldChg>
      <pc:sldChg chg="ord">
        <pc:chgData name="MANGOLD Stefan" userId="S::sma4894@students.fhv.at::d6f96fda-788b-42ef-b808-3f6364b0038d" providerId="AD" clId="Web-{62B15CBD-7587-7BA7-87F0-58005FAC8F74}" dt="2023-12-20T16:11:10.942" v="0"/>
        <pc:sldMkLst>
          <pc:docMk/>
          <pc:sldMk cId="2422772712" sldId="753"/>
        </pc:sldMkLst>
      </pc:sldChg>
    </pc:docChg>
  </pc:docChgLst>
  <pc:docChgLst>
    <pc:chgData name="Guest User" userId="S::urn:spo:anon#ea0fd50aa92bfdaf9afa054c67f42770a8332b8db4361ee44a77c7fd0f5760cd::" providerId="AD" clId="Web-{07BF3DA7-C83A-472E-8405-4A0FE638712A}"/>
    <pc:docChg chg="modSld sldOrd">
      <pc:chgData name="Guest User" userId="S::urn:spo:anon#ea0fd50aa92bfdaf9afa054c67f42770a8332b8db4361ee44a77c7fd0f5760cd::" providerId="AD" clId="Web-{07BF3DA7-C83A-472E-8405-4A0FE638712A}" dt="2023-12-19T14:17:35.341" v="93" actId="20577"/>
      <pc:docMkLst>
        <pc:docMk/>
      </pc:docMkLst>
      <pc:sldChg chg="modSp">
        <pc:chgData name="Guest User" userId="S::urn:spo:anon#ea0fd50aa92bfdaf9afa054c67f42770a8332b8db4361ee44a77c7fd0f5760cd::" providerId="AD" clId="Web-{07BF3DA7-C83A-472E-8405-4A0FE638712A}" dt="2023-12-19T13:39:52.490" v="3" actId="20577"/>
        <pc:sldMkLst>
          <pc:docMk/>
          <pc:sldMk cId="3790857729" sldId="740"/>
        </pc:sldMkLst>
        <pc:spChg chg="mod">
          <ac:chgData name="Guest User" userId="S::urn:spo:anon#ea0fd50aa92bfdaf9afa054c67f42770a8332b8db4361ee44a77c7fd0f5760cd::" providerId="AD" clId="Web-{07BF3DA7-C83A-472E-8405-4A0FE638712A}" dt="2023-12-19T13:39:52.490" v="3" actId="20577"/>
          <ac:spMkLst>
            <pc:docMk/>
            <pc:sldMk cId="3790857729" sldId="740"/>
            <ac:spMk id="2" creationId="{AF77454B-95BE-DFFC-0EE2-D92C768F525F}"/>
          </ac:spMkLst>
        </pc:spChg>
      </pc:sldChg>
      <pc:sldChg chg="modSp">
        <pc:chgData name="Guest User" userId="S::urn:spo:anon#ea0fd50aa92bfdaf9afa054c67f42770a8332b8db4361ee44a77c7fd0f5760cd::" providerId="AD" clId="Web-{07BF3DA7-C83A-472E-8405-4A0FE638712A}" dt="2023-12-19T13:40:39.741" v="12" actId="20577"/>
        <pc:sldMkLst>
          <pc:docMk/>
          <pc:sldMk cId="3106810948" sldId="741"/>
        </pc:sldMkLst>
        <pc:spChg chg="mod">
          <ac:chgData name="Guest User" userId="S::urn:spo:anon#ea0fd50aa92bfdaf9afa054c67f42770a8332b8db4361ee44a77c7fd0f5760cd::" providerId="AD" clId="Web-{07BF3DA7-C83A-472E-8405-4A0FE638712A}" dt="2023-12-19T13:40:39.741" v="12" actId="20577"/>
          <ac:spMkLst>
            <pc:docMk/>
            <pc:sldMk cId="3106810948" sldId="741"/>
            <ac:spMk id="2" creationId="{AF77454B-95BE-DFFC-0EE2-D92C768F525F}"/>
          </ac:spMkLst>
        </pc:spChg>
      </pc:sldChg>
      <pc:sldChg chg="modSp">
        <pc:chgData name="Guest User" userId="S::urn:spo:anon#ea0fd50aa92bfdaf9afa054c67f42770a8332b8db4361ee44a77c7fd0f5760cd::" providerId="AD" clId="Web-{07BF3DA7-C83A-472E-8405-4A0FE638712A}" dt="2023-12-19T13:59:31.393" v="20" actId="20577"/>
        <pc:sldMkLst>
          <pc:docMk/>
          <pc:sldMk cId="164176570" sldId="748"/>
        </pc:sldMkLst>
        <pc:spChg chg="mod">
          <ac:chgData name="Guest User" userId="S::urn:spo:anon#ea0fd50aa92bfdaf9afa054c67f42770a8332b8db4361ee44a77c7fd0f5760cd::" providerId="AD" clId="Web-{07BF3DA7-C83A-472E-8405-4A0FE638712A}" dt="2023-12-19T13:59:31.393" v="20" actId="20577"/>
          <ac:spMkLst>
            <pc:docMk/>
            <pc:sldMk cId="164176570" sldId="748"/>
            <ac:spMk id="2" creationId="{AF77454B-95BE-DFFC-0EE2-D92C768F525F}"/>
          </ac:spMkLst>
        </pc:spChg>
      </pc:sldChg>
      <pc:sldChg chg="modSp">
        <pc:chgData name="Guest User" userId="S::urn:spo:anon#ea0fd50aa92bfdaf9afa054c67f42770a8332b8db4361ee44a77c7fd0f5760cd::" providerId="AD" clId="Web-{07BF3DA7-C83A-472E-8405-4A0FE638712A}" dt="2023-12-19T14:17:35.341" v="93" actId="20577"/>
        <pc:sldMkLst>
          <pc:docMk/>
          <pc:sldMk cId="342816327" sldId="750"/>
        </pc:sldMkLst>
        <pc:spChg chg="mod">
          <ac:chgData name="Guest User" userId="S::urn:spo:anon#ea0fd50aa92bfdaf9afa054c67f42770a8332b8db4361ee44a77c7fd0f5760cd::" providerId="AD" clId="Web-{07BF3DA7-C83A-472E-8405-4A0FE638712A}" dt="2023-12-19T14:17:35.341" v="93" actId="20577"/>
          <ac:spMkLst>
            <pc:docMk/>
            <pc:sldMk cId="342816327" sldId="750"/>
            <ac:spMk id="2" creationId="{29A0EB55-918A-1C17-22B4-951AC0A64014}"/>
          </ac:spMkLst>
        </pc:spChg>
      </pc:sldChg>
      <pc:sldChg chg="modSp">
        <pc:chgData name="Guest User" userId="S::urn:spo:anon#ea0fd50aa92bfdaf9afa054c67f42770a8332b8db4361ee44a77c7fd0f5760cd::" providerId="AD" clId="Web-{07BF3DA7-C83A-472E-8405-4A0FE638712A}" dt="2023-12-19T14:10:41.300" v="40" actId="20577"/>
        <pc:sldMkLst>
          <pc:docMk/>
          <pc:sldMk cId="511359282" sldId="752"/>
        </pc:sldMkLst>
        <pc:spChg chg="mod">
          <ac:chgData name="Guest User" userId="S::urn:spo:anon#ea0fd50aa92bfdaf9afa054c67f42770a8332b8db4361ee44a77c7fd0f5760cd::" providerId="AD" clId="Web-{07BF3DA7-C83A-472E-8405-4A0FE638712A}" dt="2023-12-19T14:10:41.300" v="40" actId="20577"/>
          <ac:spMkLst>
            <pc:docMk/>
            <pc:sldMk cId="511359282" sldId="752"/>
            <ac:spMk id="2" creationId="{EBF634AA-C153-EFE8-1ECA-88BD81735E44}"/>
          </ac:spMkLst>
        </pc:spChg>
      </pc:sldChg>
      <pc:sldChg chg="modSp">
        <pc:chgData name="Guest User" userId="S::urn:spo:anon#ea0fd50aa92bfdaf9afa054c67f42770a8332b8db4361ee44a77c7fd0f5760cd::" providerId="AD" clId="Web-{07BF3DA7-C83A-472E-8405-4A0FE638712A}" dt="2023-12-19T14:11:25.504" v="49" actId="20577"/>
        <pc:sldMkLst>
          <pc:docMk/>
          <pc:sldMk cId="2422772712" sldId="753"/>
        </pc:sldMkLst>
        <pc:spChg chg="mod">
          <ac:chgData name="Guest User" userId="S::urn:spo:anon#ea0fd50aa92bfdaf9afa054c67f42770a8332b8db4361ee44a77c7fd0f5760cd::" providerId="AD" clId="Web-{07BF3DA7-C83A-472E-8405-4A0FE638712A}" dt="2023-12-19T14:11:25.504" v="49" actId="20577"/>
          <ac:spMkLst>
            <pc:docMk/>
            <pc:sldMk cId="2422772712" sldId="753"/>
            <ac:spMk id="2" creationId="{81E0966A-0960-E8D1-D394-666A19036F5B}"/>
          </ac:spMkLst>
        </pc:spChg>
      </pc:sldChg>
      <pc:sldChg chg="modSp ord">
        <pc:chgData name="Guest User" userId="S::urn:spo:anon#ea0fd50aa92bfdaf9afa054c67f42770a8332b8db4361ee44a77c7fd0f5760cd::" providerId="AD" clId="Web-{07BF3DA7-C83A-472E-8405-4A0FE638712A}" dt="2023-12-19T14:07:35.405" v="33" actId="20577"/>
        <pc:sldMkLst>
          <pc:docMk/>
          <pc:sldMk cId="1689816693" sldId="754"/>
        </pc:sldMkLst>
        <pc:spChg chg="mod">
          <ac:chgData name="Guest User" userId="S::urn:spo:anon#ea0fd50aa92bfdaf9afa054c67f42770a8332b8db4361ee44a77c7fd0f5760cd::" providerId="AD" clId="Web-{07BF3DA7-C83A-472E-8405-4A0FE638712A}" dt="2023-12-19T14:07:35.405" v="33" actId="20577"/>
          <ac:spMkLst>
            <pc:docMk/>
            <pc:sldMk cId="1689816693" sldId="754"/>
            <ac:spMk id="2" creationId="{AF77454B-95BE-DFFC-0EE2-D92C768F525F}"/>
          </ac:spMkLst>
        </pc:spChg>
      </pc:sldChg>
      <pc:sldChg chg="modSp">
        <pc:chgData name="Guest User" userId="S::urn:spo:anon#ea0fd50aa92bfdaf9afa054c67f42770a8332b8db4361ee44a77c7fd0f5760cd::" providerId="AD" clId="Web-{07BF3DA7-C83A-472E-8405-4A0FE638712A}" dt="2023-12-19T14:15:54.245" v="53" actId="20577"/>
        <pc:sldMkLst>
          <pc:docMk/>
          <pc:sldMk cId="1797974124" sldId="755"/>
        </pc:sldMkLst>
        <pc:spChg chg="mod">
          <ac:chgData name="Guest User" userId="S::urn:spo:anon#ea0fd50aa92bfdaf9afa054c67f42770a8332b8db4361ee44a77c7fd0f5760cd::" providerId="AD" clId="Web-{07BF3DA7-C83A-472E-8405-4A0FE638712A}" dt="2023-12-19T14:15:54.245" v="53" actId="20577"/>
          <ac:spMkLst>
            <pc:docMk/>
            <pc:sldMk cId="1797974124" sldId="755"/>
            <ac:spMk id="2" creationId="{1F9E8453-28B6-0205-912A-3C78F66D9832}"/>
          </ac:spMkLst>
        </pc:spChg>
      </pc:sldChg>
    </pc:docChg>
  </pc:docChgLst>
  <pc:docChgLst>
    <pc:chgData name="MANGOLD Stefan" userId="S::sma4894@students.fhv.at::d6f96fda-788b-42ef-b808-3f6364b0038d" providerId="AD" clId="Web-{E5BBC99A-E528-703D-CB31-18BEAC03036C}"/>
    <pc:docChg chg="delSld modSld sldOrd">
      <pc:chgData name="MANGOLD Stefan" userId="S::sma4894@students.fhv.at::d6f96fda-788b-42ef-b808-3f6364b0038d" providerId="AD" clId="Web-{E5BBC99A-E528-703D-CB31-18BEAC03036C}" dt="2023-12-19T16:13:51.706" v="111"/>
      <pc:docMkLst>
        <pc:docMk/>
      </pc:docMkLst>
      <pc:sldChg chg="modSp">
        <pc:chgData name="MANGOLD Stefan" userId="S::sma4894@students.fhv.at::d6f96fda-788b-42ef-b808-3f6364b0038d" providerId="AD" clId="Web-{E5BBC99A-E528-703D-CB31-18BEAC03036C}" dt="2023-12-19T14:19:34.169" v="108" actId="20577"/>
        <pc:sldMkLst>
          <pc:docMk/>
          <pc:sldMk cId="1129578690" sldId="734"/>
        </pc:sldMkLst>
        <pc:spChg chg="mod">
          <ac:chgData name="MANGOLD Stefan" userId="S::sma4894@students.fhv.at::d6f96fda-788b-42ef-b808-3f6364b0038d" providerId="AD" clId="Web-{E5BBC99A-E528-703D-CB31-18BEAC03036C}" dt="2023-12-19T14:19:34.169" v="108" actId="20577"/>
          <ac:spMkLst>
            <pc:docMk/>
            <pc:sldMk cId="1129578690" sldId="734"/>
            <ac:spMk id="2" creationId="{AF77454B-95BE-DFFC-0EE2-D92C768F525F}"/>
          </ac:spMkLst>
        </pc:spChg>
      </pc:sldChg>
      <pc:sldChg chg="modSp">
        <pc:chgData name="MANGOLD Stefan" userId="S::sma4894@students.fhv.at::d6f96fda-788b-42ef-b808-3f6364b0038d" providerId="AD" clId="Web-{E5BBC99A-E528-703D-CB31-18BEAC03036C}" dt="2023-12-19T14:04:44.816" v="18" actId="20577"/>
        <pc:sldMkLst>
          <pc:docMk/>
          <pc:sldMk cId="260171472" sldId="738"/>
        </pc:sldMkLst>
        <pc:spChg chg="mod">
          <ac:chgData name="MANGOLD Stefan" userId="S::sma4894@students.fhv.at::d6f96fda-788b-42ef-b808-3f6364b0038d" providerId="AD" clId="Web-{E5BBC99A-E528-703D-CB31-18BEAC03036C}" dt="2023-12-19T14:04:44.816" v="18" actId="20577"/>
          <ac:spMkLst>
            <pc:docMk/>
            <pc:sldMk cId="260171472" sldId="738"/>
            <ac:spMk id="2" creationId="{69A91ACA-05E0-663A-B7B5-EB1925C53B9D}"/>
          </ac:spMkLst>
        </pc:spChg>
      </pc:sldChg>
      <pc:sldChg chg="modSp">
        <pc:chgData name="MANGOLD Stefan" userId="S::sma4894@students.fhv.at::d6f96fda-788b-42ef-b808-3f6364b0038d" providerId="AD" clId="Web-{E5BBC99A-E528-703D-CB31-18BEAC03036C}" dt="2023-12-19T13:40:18.852" v="1" actId="20577"/>
        <pc:sldMkLst>
          <pc:docMk/>
          <pc:sldMk cId="3106810948" sldId="741"/>
        </pc:sldMkLst>
        <pc:spChg chg="mod">
          <ac:chgData name="MANGOLD Stefan" userId="S::sma4894@students.fhv.at::d6f96fda-788b-42ef-b808-3f6364b0038d" providerId="AD" clId="Web-{E5BBC99A-E528-703D-CB31-18BEAC03036C}" dt="2023-12-19T13:40:18.852" v="1" actId="20577"/>
          <ac:spMkLst>
            <pc:docMk/>
            <pc:sldMk cId="3106810948" sldId="741"/>
            <ac:spMk id="2" creationId="{AF77454B-95BE-DFFC-0EE2-D92C768F525F}"/>
          </ac:spMkLst>
        </pc:spChg>
      </pc:sldChg>
      <pc:sldChg chg="modSp">
        <pc:chgData name="MANGOLD Stefan" userId="S::sma4894@students.fhv.at::d6f96fda-788b-42ef-b808-3f6364b0038d" providerId="AD" clId="Web-{E5BBC99A-E528-703D-CB31-18BEAC03036C}" dt="2023-12-19T13:51:34.653" v="7" actId="20577"/>
        <pc:sldMkLst>
          <pc:docMk/>
          <pc:sldMk cId="1040691146" sldId="742"/>
        </pc:sldMkLst>
        <pc:spChg chg="mod">
          <ac:chgData name="MANGOLD Stefan" userId="S::sma4894@students.fhv.at::d6f96fda-788b-42ef-b808-3f6364b0038d" providerId="AD" clId="Web-{E5BBC99A-E528-703D-CB31-18BEAC03036C}" dt="2023-12-19T13:51:34.653" v="7" actId="20577"/>
          <ac:spMkLst>
            <pc:docMk/>
            <pc:sldMk cId="1040691146" sldId="742"/>
            <ac:spMk id="2" creationId="{AF77454B-95BE-DFFC-0EE2-D92C768F525F}"/>
          </ac:spMkLst>
        </pc:spChg>
      </pc:sldChg>
      <pc:sldChg chg="modSp">
        <pc:chgData name="MANGOLD Stefan" userId="S::sma4894@students.fhv.at::d6f96fda-788b-42ef-b808-3f6364b0038d" providerId="AD" clId="Web-{E5BBC99A-E528-703D-CB31-18BEAC03036C}" dt="2023-12-19T13:57:51.523" v="10" actId="20577"/>
        <pc:sldMkLst>
          <pc:docMk/>
          <pc:sldMk cId="2639318053" sldId="745"/>
        </pc:sldMkLst>
        <pc:spChg chg="mod">
          <ac:chgData name="MANGOLD Stefan" userId="S::sma4894@students.fhv.at::d6f96fda-788b-42ef-b808-3f6364b0038d" providerId="AD" clId="Web-{E5BBC99A-E528-703D-CB31-18BEAC03036C}" dt="2023-12-19T13:57:51.523" v="10" actId="20577"/>
          <ac:spMkLst>
            <pc:docMk/>
            <pc:sldMk cId="2639318053" sldId="745"/>
            <ac:spMk id="2" creationId="{AF77454B-95BE-DFFC-0EE2-D92C768F525F}"/>
          </ac:spMkLst>
        </pc:spChg>
      </pc:sldChg>
      <pc:sldChg chg="ord">
        <pc:chgData name="MANGOLD Stefan" userId="S::sma4894@students.fhv.at::d6f96fda-788b-42ef-b808-3f6364b0038d" providerId="AD" clId="Web-{E5BBC99A-E528-703D-CB31-18BEAC03036C}" dt="2023-12-19T14:03:17.282" v="13"/>
        <pc:sldMkLst>
          <pc:docMk/>
          <pc:sldMk cId="164176570" sldId="748"/>
        </pc:sldMkLst>
      </pc:sldChg>
      <pc:sldChg chg="modSp del">
        <pc:chgData name="MANGOLD Stefan" userId="S::sma4894@students.fhv.at::d6f96fda-788b-42ef-b808-3f6364b0038d" providerId="AD" clId="Web-{E5BBC99A-E528-703D-CB31-18BEAC03036C}" dt="2023-12-19T14:18:33.089" v="104"/>
        <pc:sldMkLst>
          <pc:docMk/>
          <pc:sldMk cId="342816327" sldId="750"/>
        </pc:sldMkLst>
        <pc:spChg chg="mod">
          <ac:chgData name="MANGOLD Stefan" userId="S::sma4894@students.fhv.at::d6f96fda-788b-42ef-b808-3f6364b0038d" providerId="AD" clId="Web-{E5BBC99A-E528-703D-CB31-18BEAC03036C}" dt="2023-12-19T14:18:26.855" v="103" actId="20577"/>
          <ac:spMkLst>
            <pc:docMk/>
            <pc:sldMk cId="342816327" sldId="750"/>
            <ac:spMk id="2" creationId="{29A0EB55-918A-1C17-22B4-951AC0A64014}"/>
          </ac:spMkLst>
        </pc:spChg>
      </pc:sldChg>
      <pc:sldChg chg="modSp">
        <pc:chgData name="MANGOLD Stefan" userId="S::sma4894@students.fhv.at::d6f96fda-788b-42ef-b808-3f6364b0038d" providerId="AD" clId="Web-{E5BBC99A-E528-703D-CB31-18BEAC03036C}" dt="2023-12-19T14:09:51.012" v="61" actId="20577"/>
        <pc:sldMkLst>
          <pc:docMk/>
          <pc:sldMk cId="511359282" sldId="752"/>
        </pc:sldMkLst>
        <pc:spChg chg="mod">
          <ac:chgData name="MANGOLD Stefan" userId="S::sma4894@students.fhv.at::d6f96fda-788b-42ef-b808-3f6364b0038d" providerId="AD" clId="Web-{E5BBC99A-E528-703D-CB31-18BEAC03036C}" dt="2023-12-19T14:09:51.012" v="61" actId="20577"/>
          <ac:spMkLst>
            <pc:docMk/>
            <pc:sldMk cId="511359282" sldId="752"/>
            <ac:spMk id="2" creationId="{EBF634AA-C153-EFE8-1ECA-88BD81735E44}"/>
          </ac:spMkLst>
        </pc:spChg>
      </pc:sldChg>
      <pc:sldChg chg="ord">
        <pc:chgData name="MANGOLD Stefan" userId="S::sma4894@students.fhv.at::d6f96fda-788b-42ef-b808-3f6364b0038d" providerId="AD" clId="Web-{E5BBC99A-E528-703D-CB31-18BEAC03036C}" dt="2023-12-19T16:13:51.706" v="111"/>
        <pc:sldMkLst>
          <pc:docMk/>
          <pc:sldMk cId="2422772712" sldId="753"/>
        </pc:sldMkLst>
      </pc:sldChg>
      <pc:sldChg chg="modSp ord">
        <pc:chgData name="MANGOLD Stefan" userId="S::sma4894@students.fhv.at::d6f96fda-788b-42ef-b808-3f6364b0038d" providerId="AD" clId="Web-{E5BBC99A-E528-703D-CB31-18BEAC03036C}" dt="2023-12-19T14:07:11.976" v="25" actId="20577"/>
        <pc:sldMkLst>
          <pc:docMk/>
          <pc:sldMk cId="1689816693" sldId="754"/>
        </pc:sldMkLst>
        <pc:spChg chg="mod">
          <ac:chgData name="MANGOLD Stefan" userId="S::sma4894@students.fhv.at::d6f96fda-788b-42ef-b808-3f6364b0038d" providerId="AD" clId="Web-{E5BBC99A-E528-703D-CB31-18BEAC03036C}" dt="2023-12-19T14:07:11.976" v="25" actId="20577"/>
          <ac:spMkLst>
            <pc:docMk/>
            <pc:sldMk cId="1689816693" sldId="754"/>
            <ac:spMk id="2" creationId="{AF77454B-95BE-DFFC-0EE2-D92C768F525F}"/>
          </ac:spMkLst>
        </pc:spChg>
        <pc:spChg chg="mod">
          <ac:chgData name="MANGOLD Stefan" userId="S::sma4894@students.fhv.at::d6f96fda-788b-42ef-b808-3f6364b0038d" providerId="AD" clId="Web-{E5BBC99A-E528-703D-CB31-18BEAC03036C}" dt="2023-12-19T14:03:15.891" v="12" actId="20577"/>
          <ac:spMkLst>
            <pc:docMk/>
            <pc:sldMk cId="1689816693" sldId="754"/>
            <ac:spMk id="3" creationId="{C6074432-83C1-4B66-FB2A-70A31D79C0D0}"/>
          </ac:spMkLst>
        </pc:spChg>
      </pc:sldChg>
      <pc:sldChg chg="modSp ord">
        <pc:chgData name="MANGOLD Stefan" userId="S::sma4894@students.fhv.at::d6f96fda-788b-42ef-b808-3f6364b0038d" providerId="AD" clId="Web-{E5BBC99A-E528-703D-CB31-18BEAC03036C}" dt="2023-12-19T15:28:53.145" v="110"/>
        <pc:sldMkLst>
          <pc:docMk/>
          <pc:sldMk cId="1797974124" sldId="755"/>
        </pc:sldMkLst>
        <pc:spChg chg="mod">
          <ac:chgData name="MANGOLD Stefan" userId="S::sma4894@students.fhv.at::d6f96fda-788b-42ef-b808-3f6364b0038d" providerId="AD" clId="Web-{E5BBC99A-E528-703D-CB31-18BEAC03036C}" dt="2023-12-19T14:15:48.350" v="86" actId="20577"/>
          <ac:spMkLst>
            <pc:docMk/>
            <pc:sldMk cId="1797974124" sldId="755"/>
            <ac:spMk id="2" creationId="{1F9E8453-28B6-0205-912A-3C78F66D983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39587-6673-417D-A719-2C249C2F35CF}" type="datetimeFigureOut">
              <a:rPr lang="de-AT" smtClean="0"/>
              <a:t>21.12.2023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4086B-B138-4A3E-85DC-A9BE7B315020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85469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02846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58294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30342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07522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53136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53396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79352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-1"/>
            <a:ext cx="5144429" cy="685800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-452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8E9BB3-7E63-A44D-A165-D6A7CF70CF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368300"/>
            <a:ext cx="1503556" cy="1503556"/>
          </a:xfrm>
          <a:prstGeom prst="rect">
            <a:avLst/>
          </a:prstGeom>
        </p:spPr>
      </p:pic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BAC2916B-617B-EA4A-AF07-5419FA25F9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Titelfolie Überschrift 1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3C8F07F7-4AF6-7844-89E0-DC259179FC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Name:</a:t>
            </a:r>
          </a:p>
          <a:p>
            <a:r>
              <a:rPr lang="de-DE"/>
              <a:t>Studiengang:</a:t>
            </a:r>
          </a:p>
          <a:p>
            <a:r>
              <a:rPr lang="de-DE"/>
              <a:t>Semester: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A921CC9-102C-354E-9CE6-FC36CD10B9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99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5" orient="horz" pos="232">
          <p15:clr>
            <a:srgbClr val="FBAE40"/>
          </p15:clr>
        </p15:guide>
        <p15:guide id="7" pos="7446">
          <p15:clr>
            <a:srgbClr val="FBAE40"/>
          </p15:clr>
        </p15:guide>
        <p15:guide id="8" pos="25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0"/>
            <a:ext cx="5144429" cy="685800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8E9BB3-7E63-A44D-A165-D6A7CF70CF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1240759"/>
            <a:ext cx="1503556" cy="1503556"/>
          </a:xfrm>
          <a:prstGeom prst="rect">
            <a:avLst/>
          </a:prstGeom>
        </p:spPr>
      </p:pic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7A5B86AF-B266-D044-9E9C-5EAC8D79A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Titelfolie Überschrift 1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4148B4CC-C7B6-F440-863B-919D48EA5E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Name:</a:t>
            </a:r>
          </a:p>
          <a:p>
            <a:r>
              <a:rPr lang="de-DE"/>
              <a:t>Studiengang:</a:t>
            </a:r>
          </a:p>
          <a:p>
            <a:r>
              <a:rPr lang="de-DE"/>
              <a:t>Semester: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B9DA9277-0C79-434C-B83E-F7887E069C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17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 userDrawn="1">
          <p15:clr>
            <a:srgbClr val="FBAE40"/>
          </p15:clr>
        </p15:guide>
        <p15:guide id="5" orient="horz" pos="232" userDrawn="1">
          <p15:clr>
            <a:srgbClr val="FBAE40"/>
          </p15:clr>
        </p15:guide>
        <p15:guide id="7" pos="7446" userDrawn="1">
          <p15:clr>
            <a:srgbClr val="FBAE40"/>
          </p15:clr>
        </p15:guide>
        <p15:guide id="8" pos="16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-1"/>
            <a:ext cx="5144429" cy="685800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0FF76A8C-396A-1E4D-A555-CBE0BAF187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Titelfolie Überschrift 1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2BCD34F-D291-A444-86E1-5B5E890F4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4727343"/>
            <a:ext cx="1503556" cy="150355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EEF7E9D-2162-414F-AA02-E7654809A1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0AFA8B4F-2EC3-4640-9F76-27BFA491D3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Name:</a:t>
            </a:r>
          </a:p>
          <a:p>
            <a:r>
              <a:rPr lang="de-DE"/>
              <a:t>Studiengang:</a:t>
            </a:r>
          </a:p>
          <a:p>
            <a:r>
              <a:rPr lang="de-DE"/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1876887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0"/>
            <a:ext cx="5144429" cy="685800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8E9BB3-7E63-A44D-A165-D6A7CF70CF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4727343"/>
            <a:ext cx="1503556" cy="1503556"/>
          </a:xfrm>
          <a:prstGeom prst="rect">
            <a:avLst/>
          </a:prstGeom>
        </p:spPr>
      </p:pic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6B2C8743-DEBE-0748-9839-B437082EE2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Titelfolie Überschrift 1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8E4BFB8-FFE3-104C-A971-6AF8B607A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  <p:sp>
        <p:nvSpPr>
          <p:cNvPr id="9" name="Textplatzhalter 2">
            <a:extLst>
              <a:ext uri="{FF2B5EF4-FFF2-40B4-BE49-F238E27FC236}">
                <a16:creationId xmlns:a16="http://schemas.microsoft.com/office/drawing/2014/main" id="{CBC36C8C-6EE5-7746-8334-5FF31A0313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Name:</a:t>
            </a:r>
          </a:p>
          <a:p>
            <a:r>
              <a:rPr lang="de-DE"/>
              <a:t>Studiengang:</a:t>
            </a:r>
          </a:p>
          <a:p>
            <a:r>
              <a:rPr lang="de-DE"/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1073305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5" orient="horz" pos="232">
          <p15:clr>
            <a:srgbClr val="FBAE40"/>
          </p15:clr>
        </p15:guide>
        <p15:guide id="7" pos="7446">
          <p15:clr>
            <a:srgbClr val="FBAE40"/>
          </p15:clr>
        </p15:guide>
        <p15:guide id="8" pos="16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E46E52"/>
              </a:solidFill>
            </a:endParaRP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F99F9E31-4338-5D4A-9C45-EA69CA833C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Titelfolie Überschrift 1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21CD502F-3F38-1B4F-B870-4D0E2E70FA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1240759"/>
            <a:ext cx="1503556" cy="150355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FB03D660-DEB7-0642-904C-6DD51DE9E0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  <p:sp>
        <p:nvSpPr>
          <p:cNvPr id="9" name="Textplatzhalter 2">
            <a:extLst>
              <a:ext uri="{FF2B5EF4-FFF2-40B4-BE49-F238E27FC236}">
                <a16:creationId xmlns:a16="http://schemas.microsoft.com/office/drawing/2014/main" id="{BF12E0B6-11CC-6640-BDA2-BB1359055A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Name:</a:t>
            </a:r>
          </a:p>
          <a:p>
            <a:r>
              <a:rPr lang="de-DE"/>
              <a:t>Studiengang:</a:t>
            </a:r>
          </a:p>
          <a:p>
            <a:r>
              <a:rPr lang="de-DE"/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2799091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E46E52"/>
              </a:solidFill>
            </a:endParaRP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6FD6010D-6512-4046-A0A0-42D998E88F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Titelfolie Überschrift 1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02AF821E-7F4C-FA4C-BA2D-EC2FFEFD2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1240759"/>
            <a:ext cx="1503556" cy="150355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5E96AE8-08EB-DE4B-99C1-8050F3D8CA1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8EB34760-93C4-3F4F-BBC5-0B9F6D3232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Name:</a:t>
            </a:r>
          </a:p>
          <a:p>
            <a:r>
              <a:rPr lang="de-DE"/>
              <a:t>Studiengang:</a:t>
            </a:r>
          </a:p>
          <a:p>
            <a:r>
              <a:rPr lang="de-DE"/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795127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der Kapite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14B954AC-C73F-5449-AF65-CAE342422F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8389364" cy="3933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600"/>
              </a:lnSpc>
              <a:spcBef>
                <a:spcPts val="0"/>
              </a:spcBef>
              <a:spcAft>
                <a:spcPts val="600"/>
              </a:spcAft>
              <a:buNone/>
              <a:defRPr sz="7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Zitat oder Kapitel</a:t>
            </a:r>
          </a:p>
        </p:txBody>
      </p:sp>
    </p:spTree>
    <p:extLst>
      <p:ext uri="{BB962C8B-B14F-4D97-AF65-F5344CB8AC3E}">
        <p14:creationId xmlns:p14="http://schemas.microsoft.com/office/powerpoint/2010/main" val="11190438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der Kapite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831FAD21-4BCE-E248-828A-2AE196F795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8389364" cy="3933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600"/>
              </a:lnSpc>
              <a:spcBef>
                <a:spcPts val="0"/>
              </a:spcBef>
              <a:spcAft>
                <a:spcPts val="600"/>
              </a:spcAft>
              <a:buNone/>
              <a:defRPr sz="7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Zitat oder Kapitel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5436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der Kapitel_3">
    <p:bg>
      <p:bgPr>
        <a:solidFill>
          <a:srgbClr val="ED6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831FAD21-4BCE-E248-828A-2AE196F795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8389364" cy="3933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600"/>
              </a:lnSpc>
              <a:spcBef>
                <a:spcPts val="0"/>
              </a:spcBef>
              <a:spcAft>
                <a:spcPts val="600"/>
              </a:spcAft>
              <a:buNone/>
              <a:defRPr sz="7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Zitat oder Kapitel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47614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der Kapitel_4">
    <p:bg>
      <p:bgPr>
        <a:solidFill>
          <a:srgbClr val="9AC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831FAD21-4BCE-E248-828A-2AE196F795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8389364" cy="3933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600"/>
              </a:lnSpc>
              <a:spcBef>
                <a:spcPts val="0"/>
              </a:spcBef>
              <a:spcAft>
                <a:spcPts val="600"/>
              </a:spcAft>
              <a:buNone/>
              <a:defRPr sz="7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Zitat oder Kapitel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756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_Folie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>
            <a:extLst>
              <a:ext uri="{FF2B5EF4-FFF2-40B4-BE49-F238E27FC236}">
                <a16:creationId xmlns:a16="http://schemas.microsoft.com/office/drawing/2014/main" id="{96B7C7A7-E104-F742-8A3A-4EE7F0D18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29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zelne_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68DE0C-60A9-114E-A323-A8B5CD45B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451113"/>
            <a:ext cx="8933224" cy="465151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SzPct val="120000"/>
              <a:buFont typeface="Wingdings" pitchFamily="2" charset="2"/>
              <a:buChar char="§"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3400"/>
              </a:lnSpc>
              <a:spcAft>
                <a:spcPts val="0"/>
              </a:spcAft>
              <a:buFont typeface="Wingdings" pitchFamily="2" charset="2"/>
              <a:buChar char="§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de-DE"/>
              <a:t> Punkt 1</a:t>
            </a:r>
          </a:p>
          <a:p>
            <a:pPr lvl="0"/>
            <a:r>
              <a:rPr lang="de-DE"/>
              <a:t> Punkt 2
 Punkt 3</a:t>
            </a:r>
          </a:p>
          <a:p>
            <a:pPr lvl="1"/>
            <a:r>
              <a:rPr lang="de-DE"/>
              <a:t> Unterpunkt</a:t>
            </a:r>
          </a:p>
          <a:p>
            <a:pPr lvl="1"/>
            <a:r>
              <a:rPr lang="de-DE"/>
              <a:t> Unterpunkt</a:t>
            </a:r>
          </a:p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E940482-9150-D444-902A-A91A745BC5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4E371511-A761-BA47-B74B-E898BAA680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1245"/>
            <a:ext cx="8933224" cy="833812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600" b="1" i="0" cap="none" spc="0" baseline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A0963EC-4099-F943-B350-C09A3ECE54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284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21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ängere_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68DE0C-60A9-114E-A323-A8B5CD45B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440001"/>
            <a:ext cx="8933224" cy="46626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SzPct val="120000"/>
              <a:buFont typeface="Wingdings" pitchFamily="2" charset="2"/>
              <a:buChar char="§"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buFont typeface="Wingdings" pitchFamily="2" charset="2"/>
              <a:buChar char="§"/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de-DE"/>
              <a:t> Ganzer Satz oder Absatz.</a:t>
            </a:r>
          </a:p>
          <a:p>
            <a:r>
              <a:rPr lang="de-DE"/>
              <a:t> Ganzer Satz oder Absatz. Der Satz</a:t>
            </a:r>
            <a:br>
              <a:rPr lang="de-DE"/>
            </a:br>
            <a:r>
              <a:rPr lang="de-DE"/>
              <a:t> kann auch länger sein.</a:t>
            </a:r>
          </a:p>
          <a:p>
            <a:endParaRPr lang="de-DE"/>
          </a:p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09CDAE5-CD32-EF4F-A8BB-2DFDB51C79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8" name="Titel 9">
            <a:extLst>
              <a:ext uri="{FF2B5EF4-FFF2-40B4-BE49-F238E27FC236}">
                <a16:creationId xmlns:a16="http://schemas.microsoft.com/office/drawing/2014/main" id="{2E361231-3EE8-AA4B-BD19-102181D3C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1245"/>
            <a:ext cx="8933224" cy="833812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600" b="1" i="0" cap="none" spc="0" baseline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33DFEF30-F9D4-F143-B64E-71168FF526E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8355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Absat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68DE0C-60A9-114E-A323-A8B5CD45B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440001"/>
            <a:ext cx="8933224" cy="466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SzPct val="120000"/>
              <a:buFont typeface="Wingdings" pitchFamily="2" charset="2"/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buFont typeface="Wingdings" pitchFamily="2" charset="2"/>
              <a:buChar char="§"/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de-DE"/>
              <a:t>Ganzer Absatz zum Inhalt über mehrere Zeilen. Hier kommt ein Textblock.</a:t>
            </a:r>
          </a:p>
          <a:p>
            <a:endParaRPr lang="de-DE"/>
          </a:p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290A960-B63E-544D-A4EE-572FC172A7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8" name="Titel 9">
            <a:extLst>
              <a:ext uri="{FF2B5EF4-FFF2-40B4-BE49-F238E27FC236}">
                <a16:creationId xmlns:a16="http://schemas.microsoft.com/office/drawing/2014/main" id="{CE0D26B6-BD4D-B545-B56F-EB3900ECE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1245"/>
            <a:ext cx="8933224" cy="833812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600" b="1" i="0" cap="none" spc="0" baseline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FB968468-2BFF-1645-95FF-B2451838FE3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53908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68DE0C-60A9-114E-A323-A8B5CD45B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440000"/>
            <a:ext cx="4232740" cy="466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SzPct val="120000"/>
              <a:buFont typeface="Wingdings" pitchFamily="2" charset="2"/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buFont typeface="Wingdings" pitchFamily="2" charset="2"/>
              <a:buChar char="§"/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de-DE"/>
              <a:t>Ganzer Absatz zum Inhalt über mehrere Zeilen. Hier kommt ein Textblock.</a:t>
            </a:r>
          </a:p>
          <a:p>
            <a:endParaRPr lang="de-DE"/>
          </a:p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8E4AA3E-24ED-2F49-8DF0-0DBDD2DDEE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1941DC95-7B1E-D74D-85D6-44F465D5E9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3217" y="360000"/>
            <a:ext cx="4370067" cy="5742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9" name="Titel 9">
            <a:extLst>
              <a:ext uri="{FF2B5EF4-FFF2-40B4-BE49-F238E27FC236}">
                <a16:creationId xmlns:a16="http://schemas.microsoft.com/office/drawing/2014/main" id="{97A7F19C-1DBF-B642-89FC-1D4B4C4787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361245"/>
            <a:ext cx="4232740" cy="833812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600" b="1" i="0" cap="none" spc="0" baseline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75530193-DACF-E846-9486-023293024E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6334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_quer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34064E5-22AA-C84A-AC5B-27B0B699DA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0045" y="360001"/>
            <a:ext cx="8933180" cy="5742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1252570-3950-6B4C-865D-0E5A8B3465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8" name="Rectangle 13">
            <a:extLst>
              <a:ext uri="{FF2B5EF4-FFF2-40B4-BE49-F238E27FC236}">
                <a16:creationId xmlns:a16="http://schemas.microsoft.com/office/drawing/2014/main" id="{31C8B32F-4D56-174E-A771-87E210D8553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5980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1B8B188-9AA2-E34D-A68A-79D44DDB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1EF1C089-A2A0-C94A-8963-27C765AB8B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22872" y="360000"/>
            <a:ext cx="4370067" cy="5742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F54EBA-4E84-C741-9BF8-C2DF321795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044" y="360000"/>
            <a:ext cx="4370067" cy="5742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E471B505-BE7F-CD46-9CC3-EFAD2D707E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3935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0"/>
            <a:ext cx="5144429" cy="685800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14F622B-6A6B-0F40-AD79-922EC5E920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96D2A40-D362-FA49-9EB0-CC774A821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42329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5" orient="horz" pos="232">
          <p15:clr>
            <a:srgbClr val="FBAE40"/>
          </p15:clr>
        </p15:guide>
        <p15:guide id="7" pos="7446">
          <p15:clr>
            <a:srgbClr val="FBAE40"/>
          </p15:clr>
        </p15:guide>
        <p15:guide id="8" pos="16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-1"/>
            <a:ext cx="5144429" cy="685800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ACAB97D-FBC4-3147-B6CD-7D0CACAA03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E1F669FF-41F4-3649-8D86-2F8E295282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1278337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E46E52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BBE545D-7328-0946-B07A-AD9A5BDEEB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2D6247AB-C4DF-4542-9F69-90AC119D1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2148462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use / Abschlus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E46E52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BBE545D-7328-0946-B07A-AD9A5BDEEB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18804F9F-5D82-6846-842F-F9004786E8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2801025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 2">
    <p:bg>
      <p:bgPr>
        <a:solidFill>
          <a:srgbClr val="C0A1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E46E52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C175180-171A-FA46-A32A-29417871A3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47BC2E58-06BA-CF45-9A66-64A1226B4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880089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0"/>
            <a:ext cx="5144429" cy="685800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FDCC34A-5970-1B4E-9DB5-4BA9098FB1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93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054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1" r:id="rId2"/>
    <p:sldLayoutId id="2147483666" r:id="rId3"/>
    <p:sldLayoutId id="2147483678" r:id="rId4"/>
    <p:sldLayoutId id="2147483674" r:id="rId5"/>
    <p:sldLayoutId id="2147483676" r:id="rId6"/>
    <p:sldLayoutId id="2147483663" r:id="rId7"/>
    <p:sldLayoutId id="2147483664" r:id="rId8"/>
    <p:sldLayoutId id="2147483684" r:id="rId9"/>
    <p:sldLayoutId id="2147483685" r:id="rId10"/>
    <p:sldLayoutId id="2147483650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9" r:id="rId18"/>
    <p:sldLayoutId id="2147483680" r:id="rId19"/>
    <p:sldLayoutId id="2147483681" r:id="rId20"/>
    <p:sldLayoutId id="2147483683" r:id="rId21"/>
    <p:sldLayoutId id="2147483682" r:id="rId22"/>
    <p:sldLayoutId id="2147483665" r:id="rId2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08E8184-8488-4ED8-8D62-144B4F7AE0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8" y="3752025"/>
            <a:ext cx="5934324" cy="1225806"/>
          </a:xfrm>
        </p:spPr>
        <p:txBody>
          <a:bodyPr>
            <a:normAutofit/>
          </a:bodyPr>
          <a:lstStyle/>
          <a:p>
            <a:r>
              <a:rPr lang="de-DE" noProof="0"/>
              <a:t>Carsharing mit Fokus auf lokale Communities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59F82932-9255-88EC-D9D5-A40E1EB2904F}"/>
              </a:ext>
            </a:extLst>
          </p:cNvPr>
          <p:cNvSpPr txBox="1">
            <a:spLocks/>
          </p:cNvSpPr>
          <p:nvPr/>
        </p:nvSpPr>
        <p:spPr>
          <a:xfrm>
            <a:off x="348168" y="5321159"/>
            <a:ext cx="6176200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Studium: Elektrotechnik Dual Sem 5</a:t>
            </a:r>
          </a:p>
          <a:p>
            <a:r>
              <a:rPr lang="de-DE"/>
              <a:t>Fach: Forschung, Entwicklung und Innovation</a:t>
            </a:r>
          </a:p>
        </p:txBody>
      </p:sp>
    </p:spTree>
    <p:extLst>
      <p:ext uri="{BB962C8B-B14F-4D97-AF65-F5344CB8AC3E}">
        <p14:creationId xmlns:p14="http://schemas.microsoft.com/office/powerpoint/2010/main" val="199798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9A91ACA-05E0-663A-B7B5-EB1925C53B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000" y="1451113"/>
            <a:ext cx="4446778" cy="4651513"/>
          </a:xfrm>
        </p:spPr>
        <p:txBody>
          <a:bodyPr lIns="91440" tIns="45720" rIns="91440" bIns="45720" anchor="t">
            <a:noAutofit/>
          </a:bodyPr>
          <a:lstStyle/>
          <a:p>
            <a:r>
              <a:rPr lang="de-DE">
                <a:latin typeface="Arial"/>
                <a:cs typeface="Arial"/>
              </a:rPr>
              <a:t>Problembeschreibung</a:t>
            </a:r>
          </a:p>
          <a:p>
            <a:r>
              <a:rPr lang="de-DE">
                <a:latin typeface="Arial"/>
                <a:cs typeface="Arial"/>
              </a:rPr>
              <a:t>Grundlegendes Konzept</a:t>
            </a:r>
          </a:p>
          <a:p>
            <a:r>
              <a:rPr lang="de-DE"/>
              <a:t>Erwarteter positiver Impact</a:t>
            </a:r>
          </a:p>
          <a:p>
            <a:r>
              <a:rPr lang="de-DE"/>
              <a:t>Mögliche Herausforderungen</a:t>
            </a:r>
          </a:p>
          <a:p>
            <a:r>
              <a:rPr lang="de-DE"/>
              <a:t>Nutzerzielgruppen</a:t>
            </a:r>
          </a:p>
          <a:p>
            <a:r>
              <a:rPr lang="de-DE"/>
              <a:t>Finanzplan</a:t>
            </a:r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7DA27C6-9C13-1B14-E97E-599860A6A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E1E9CC-E9F2-D532-DAAA-E9651F2B67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2</a:t>
            </a:fld>
            <a:endParaRPr/>
          </a:p>
        </p:txBody>
      </p:sp>
      <p:pic>
        <p:nvPicPr>
          <p:cNvPr id="6" name="Grafik 5" descr="Ein Bild, das Kleidung, Kinderkunst, Cartoon enthält.&#10;&#10;Automatisch generierte Beschreibung">
            <a:extLst>
              <a:ext uri="{FF2B5EF4-FFF2-40B4-BE49-F238E27FC236}">
                <a16:creationId xmlns:a16="http://schemas.microsoft.com/office/drawing/2014/main" id="{FE763AE8-15D4-56B6-C9CF-8BB6FF995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224" y="778151"/>
            <a:ext cx="5378550" cy="358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71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F77454B-95BE-DFFC-0EE2-D92C768F5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>
            <a:noAutofit/>
          </a:bodyPr>
          <a:lstStyle/>
          <a:p>
            <a:r>
              <a:rPr lang="de-DE"/>
              <a:t>Es sind immer mehr Fahrzeuge auf der Straße</a:t>
            </a:r>
          </a:p>
          <a:p>
            <a:r>
              <a:rPr lang="de-DE">
                <a:latin typeface="Arial"/>
                <a:cs typeface="Arial"/>
              </a:rPr>
              <a:t>CO</a:t>
            </a:r>
            <a:r>
              <a:rPr lang="de-DE" sz="1400">
                <a:latin typeface="Arial"/>
                <a:cs typeface="Arial"/>
              </a:rPr>
              <a:t>2</a:t>
            </a:r>
            <a:r>
              <a:rPr lang="de-DE">
                <a:latin typeface="Arial"/>
                <a:cs typeface="Arial"/>
              </a:rPr>
              <a:t> Abdruck für die Fahrzeugproduktion</a:t>
            </a:r>
          </a:p>
          <a:p>
            <a:r>
              <a:rPr lang="de-DE"/>
              <a:t>Immenser Parkplatzverbrauch von stehenden Fahrzeugen</a:t>
            </a:r>
          </a:p>
          <a:p>
            <a:r>
              <a:rPr lang="de-DE"/>
              <a:t>Fahrgemeinschaften werden immer seltener verwendet</a:t>
            </a:r>
          </a:p>
          <a:p>
            <a:r>
              <a:rPr lang="de-DE"/>
              <a:t>Carsharing Autos müssen an bestimmten Orten geholt und abgegeben werden</a:t>
            </a:r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 noProof="0"/>
          </a:p>
          <a:p>
            <a:endParaRPr lang="de-DE" noProof="0"/>
          </a:p>
          <a:p>
            <a:pPr lvl="1"/>
            <a:endParaRPr lang="de-DE" noProof="0"/>
          </a:p>
          <a:p>
            <a:pPr lvl="1"/>
            <a:endParaRPr lang="de-DE" noProof="0"/>
          </a:p>
          <a:p>
            <a:pPr lvl="1"/>
            <a:endParaRPr lang="de-DE" noProof="0"/>
          </a:p>
          <a:p>
            <a:pPr lvl="1"/>
            <a:endParaRPr lang="de-DE" noProof="0"/>
          </a:p>
          <a:p>
            <a:pPr lvl="1"/>
            <a:endParaRPr lang="de-DE" noProof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6074432-83C1-4B66-FB2A-70A31D79C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38468"/>
            <a:ext cx="10453002" cy="833812"/>
          </a:xfrm>
        </p:spPr>
        <p:txBody>
          <a:bodyPr/>
          <a:lstStyle/>
          <a:p>
            <a:r>
              <a:rPr lang="de-DE" noProof="0"/>
              <a:t>Problembeschreibung	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73F2AF-7C6D-BC03-900F-E6C36CF28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9578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F77454B-95BE-DFFC-0EE2-D92C768F5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>
            <a:noAutofit/>
          </a:bodyPr>
          <a:lstStyle/>
          <a:p>
            <a:r>
              <a:rPr lang="de-DE">
                <a:latin typeface="Arial"/>
                <a:cs typeface="Arial"/>
              </a:rPr>
              <a:t>Gemeinschaftsbasierte, private Carsharing Plattform</a:t>
            </a:r>
          </a:p>
          <a:p>
            <a:r>
              <a:rPr lang="de-DE">
                <a:latin typeface="Arial"/>
                <a:cs typeface="Arial"/>
              </a:rPr>
              <a:t>Mobil- und Webapplikation</a:t>
            </a:r>
          </a:p>
          <a:p>
            <a:r>
              <a:rPr lang="de-DE">
                <a:latin typeface="Arial"/>
                <a:cs typeface="Arial"/>
              </a:rPr>
              <a:t>C2C-Netzwerk</a:t>
            </a:r>
            <a:endParaRPr lang="de-DE"/>
          </a:p>
          <a:p>
            <a:r>
              <a:rPr lang="de-DE">
                <a:latin typeface="Arial"/>
                <a:cs typeface="Arial"/>
              </a:rPr>
              <a:t>Rollenverteilung für Community-Mitglieder</a:t>
            </a:r>
          </a:p>
          <a:p>
            <a:r>
              <a:rPr lang="de-DE">
                <a:latin typeface="Arial"/>
                <a:cs typeface="Arial"/>
              </a:rPr>
              <a:t>Community-Spaces für Community-Mitglieder</a:t>
            </a:r>
          </a:p>
          <a:p>
            <a:r>
              <a:rPr lang="de-DE"/>
              <a:t>Personalisierte Profile für jede teilnehmende Person</a:t>
            </a:r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6074432-83C1-4B66-FB2A-70A31D79C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1245"/>
            <a:ext cx="10453002" cy="833812"/>
          </a:xfrm>
        </p:spPr>
        <p:txBody>
          <a:bodyPr/>
          <a:lstStyle/>
          <a:p>
            <a:r>
              <a:rPr lang="de-DE" noProof="0"/>
              <a:t>Grundlegendes Konzept	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73F2AF-7C6D-BC03-900F-E6C36CF28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0857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F77454B-95BE-DFFC-0EE2-D92C768F5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000" y="1438756"/>
            <a:ext cx="8933224" cy="4651513"/>
          </a:xfrm>
        </p:spPr>
        <p:txBody>
          <a:bodyPr lIns="91440" tIns="45720" rIns="91440" bIns="45720" anchor="t">
            <a:noAutofit/>
          </a:bodyPr>
          <a:lstStyle/>
          <a:p>
            <a:r>
              <a:rPr lang="de-DE">
                <a:latin typeface="Arial"/>
                <a:cs typeface="Arial"/>
              </a:rPr>
              <a:t>Founder (Gründet und verwaltet lokale Community)</a:t>
            </a:r>
          </a:p>
          <a:p>
            <a:r>
              <a:rPr lang="de-DE" err="1">
                <a:latin typeface="Arial"/>
                <a:cs typeface="Arial"/>
              </a:rPr>
              <a:t>Renter</a:t>
            </a:r>
            <a:r>
              <a:rPr lang="de-DE">
                <a:latin typeface="Arial"/>
                <a:cs typeface="Arial"/>
              </a:rPr>
              <a:t> (Mietet regelmäßig Fahrzeug)</a:t>
            </a:r>
          </a:p>
          <a:p>
            <a:r>
              <a:rPr lang="de-DE" err="1">
                <a:latin typeface="Arial"/>
                <a:cs typeface="Arial"/>
              </a:rPr>
              <a:t>Sharer</a:t>
            </a:r>
            <a:r>
              <a:rPr lang="de-DE">
                <a:latin typeface="Arial"/>
                <a:cs typeface="Arial"/>
              </a:rPr>
              <a:t> (Vermietet regelmäßig Fahrzeug)</a:t>
            </a:r>
          </a:p>
          <a:p>
            <a:r>
              <a:rPr lang="de-DE" err="1">
                <a:latin typeface="Arial"/>
                <a:cs typeface="Arial"/>
              </a:rPr>
              <a:t>Contributor</a:t>
            </a:r>
            <a:r>
              <a:rPr lang="de-DE">
                <a:latin typeface="Arial"/>
                <a:cs typeface="Arial"/>
              </a:rPr>
              <a:t> (Hilft der Community in alltäglichen oder verwaltungstechnischen Belangen)</a:t>
            </a:r>
          </a:p>
          <a:p>
            <a:r>
              <a:rPr lang="de-DE" err="1">
                <a:latin typeface="Arial"/>
                <a:cs typeface="Arial"/>
              </a:rPr>
              <a:t>Commuter</a:t>
            </a:r>
            <a:r>
              <a:rPr lang="de-DE">
                <a:latin typeface="Arial"/>
                <a:cs typeface="Arial"/>
              </a:rPr>
              <a:t> (Pendelt regelmäßig von A nach B und hat freie Plätze)</a:t>
            </a:r>
          </a:p>
          <a:p>
            <a:r>
              <a:rPr lang="de-DE">
                <a:latin typeface="Arial"/>
                <a:cs typeface="Arial"/>
              </a:rPr>
              <a:t>…</a:t>
            </a:r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6074432-83C1-4B66-FB2A-70A31D79C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1245"/>
            <a:ext cx="10453002" cy="833812"/>
          </a:xfrm>
        </p:spPr>
        <p:txBody>
          <a:bodyPr/>
          <a:lstStyle/>
          <a:p>
            <a:r>
              <a:rPr lang="de-DE" noProof="0"/>
              <a:t>Grundlegendes Konzept: Rollen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73F2AF-7C6D-BC03-900F-E6C36CF28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6810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F77454B-95BE-DFFC-0EE2-D92C768F5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000" y="1438756"/>
            <a:ext cx="4261427" cy="4651513"/>
          </a:xfrm>
        </p:spPr>
        <p:txBody>
          <a:bodyPr lIns="91440" tIns="45720" rIns="91440" bIns="45720" anchor="t">
            <a:noAutofit/>
          </a:bodyPr>
          <a:lstStyle/>
          <a:p>
            <a:r>
              <a:rPr lang="de-DE">
                <a:latin typeface="Arial"/>
                <a:cs typeface="Arial"/>
              </a:rPr>
              <a:t>Individuelles Mieten und Vermieten von Fahrzeugen</a:t>
            </a:r>
            <a:endParaRPr lang="de-DE"/>
          </a:p>
          <a:p>
            <a:r>
              <a:rPr lang="de-DE">
                <a:latin typeface="Arial"/>
                <a:cs typeface="Arial"/>
              </a:rPr>
              <a:t>Ortsabhängig werden offene Communities zum eintreten vorgeschlagen</a:t>
            </a:r>
          </a:p>
          <a:p>
            <a:r>
              <a:rPr lang="de-DE">
                <a:latin typeface="Arial"/>
                <a:cs typeface="Arial"/>
              </a:rPr>
              <a:t>Community-Dashboard zum lokalen Austausch von Informationen und Angeboten</a:t>
            </a:r>
          </a:p>
          <a:p>
            <a:pPr marL="0" indent="0">
              <a:buNone/>
            </a:pPr>
            <a:endParaRPr lang="de-DE">
              <a:latin typeface="Arial"/>
              <a:cs typeface="Arial"/>
            </a:endParaRPr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6074432-83C1-4B66-FB2A-70A31D79C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1245"/>
            <a:ext cx="10453002" cy="833812"/>
          </a:xfrm>
        </p:spPr>
        <p:txBody>
          <a:bodyPr lIns="91440" tIns="45720" rIns="91440" bIns="45720" anchor="t"/>
          <a:lstStyle/>
          <a:p>
            <a:r>
              <a:rPr lang="de-DE">
                <a:cs typeface="Arial"/>
              </a:rPr>
              <a:t>Erste Einblicke: Unser Prototyp</a:t>
            </a:r>
            <a:endParaRPr lang="de-DE" noProof="0">
              <a:cs typeface="Arial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73F2AF-7C6D-BC03-900F-E6C36CF28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6</a:t>
            </a:fld>
            <a:endParaRPr/>
          </a:p>
        </p:txBody>
      </p:sp>
      <p:pic>
        <p:nvPicPr>
          <p:cNvPr id="11" name="Grafik 10" descr="Ein Bild, das Design enthält.&#10;&#10;Automatisch generierte Beschreibung mit mittlerer Zuverlässigkeit">
            <a:extLst>
              <a:ext uri="{FF2B5EF4-FFF2-40B4-BE49-F238E27FC236}">
                <a16:creationId xmlns:a16="http://schemas.microsoft.com/office/drawing/2014/main" id="{14DDF78D-3F6B-808C-DC4D-5CFA7EEB3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820" y="1438756"/>
            <a:ext cx="3698219" cy="369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691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069B256-5D46-F2D7-5F89-9BEF2890B1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286AC40-17E5-6765-ABE5-EF5C8966A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CA1BF4-15A6-7578-DC3E-E501465C6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7</a:t>
            </a:fld>
            <a:endParaRPr/>
          </a:p>
        </p:txBody>
      </p:sp>
      <p:pic>
        <p:nvPicPr>
          <p:cNvPr id="6" name="Medien1">
            <a:hlinkClick r:id="" action="ppaction://media"/>
            <a:extLst>
              <a:ext uri="{FF2B5EF4-FFF2-40B4-BE49-F238E27FC236}">
                <a16:creationId xmlns:a16="http://schemas.microsoft.com/office/drawing/2014/main" id="{ACE79383-D047-2B29-64CF-5FB5DB1900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15485"/>
          <a:stretch/>
        </p:blipFill>
        <p:spPr>
          <a:xfrm>
            <a:off x="122903" y="755374"/>
            <a:ext cx="11946194" cy="567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147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19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F77454B-95BE-DFFC-0EE2-D92C768F5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000" y="1438756"/>
            <a:ext cx="8933224" cy="4651513"/>
          </a:xfrm>
        </p:spPr>
        <p:txBody>
          <a:bodyPr lIns="91440" tIns="45720" rIns="91440" bIns="45720" anchor="t">
            <a:noAutofit/>
          </a:bodyPr>
          <a:lstStyle/>
          <a:p>
            <a:r>
              <a:rPr lang="de-DE">
                <a:latin typeface="Arial"/>
                <a:cs typeface="Arial"/>
              </a:rPr>
              <a:t>Leistbarer und simpler Zugang zu lokal verfügbaren Fahrzeugen</a:t>
            </a:r>
          </a:p>
          <a:p>
            <a:r>
              <a:rPr lang="de-DE">
                <a:latin typeface="Arial"/>
                <a:cs typeface="Arial"/>
              </a:rPr>
              <a:t>Weniger Neukäufe von privaten Fahrzeugen</a:t>
            </a:r>
          </a:p>
          <a:p>
            <a:r>
              <a:rPr lang="de-DE">
                <a:latin typeface="Arial"/>
                <a:cs typeface="Arial"/>
              </a:rPr>
              <a:t>Stärkung lokaler Communities</a:t>
            </a:r>
          </a:p>
          <a:p>
            <a:endParaRPr lang="de-DE">
              <a:latin typeface="Arial"/>
              <a:cs typeface="Arial"/>
            </a:endParaRPr>
          </a:p>
          <a:p>
            <a:endParaRPr lang="de-DE">
              <a:latin typeface="Arial"/>
              <a:cs typeface="Arial"/>
            </a:endParaRPr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6074432-83C1-4B66-FB2A-70A31D79C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1245"/>
            <a:ext cx="10453002" cy="833812"/>
          </a:xfrm>
        </p:spPr>
        <p:txBody>
          <a:bodyPr/>
          <a:lstStyle/>
          <a:p>
            <a:r>
              <a:rPr lang="de-DE" noProof="0"/>
              <a:t>Erwarteter positiver Impact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73F2AF-7C6D-BC03-900F-E6C36CF28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318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F77454B-95BE-DFFC-0EE2-D92C768F5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000" y="1407058"/>
            <a:ext cx="3520022" cy="4651513"/>
          </a:xfrm>
        </p:spPr>
        <p:txBody>
          <a:bodyPr lIns="91440" tIns="45720" rIns="91440" bIns="45720" anchor="t">
            <a:noAutofit/>
          </a:bodyPr>
          <a:lstStyle/>
          <a:p>
            <a:r>
              <a:rPr lang="de-DE">
                <a:latin typeface="Arial"/>
                <a:cs typeface="Arial"/>
              </a:rPr>
              <a:t>Umweltbewusste Mitmenschen als Mietende</a:t>
            </a:r>
          </a:p>
          <a:p>
            <a:r>
              <a:rPr lang="de-DE">
                <a:latin typeface="Arial"/>
                <a:cs typeface="Arial"/>
              </a:rPr>
              <a:t>Fahrzeugbesitzende mit geringer Nutzung des Fahrzeugs</a:t>
            </a:r>
          </a:p>
          <a:p>
            <a:r>
              <a:rPr lang="de-DE">
                <a:latin typeface="Arial"/>
                <a:cs typeface="Arial"/>
              </a:rPr>
              <a:t>Gemeinschaftsfördernde Individuen in der Gemeinde</a:t>
            </a:r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6074432-83C1-4B66-FB2A-70A31D79C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1245"/>
            <a:ext cx="10453002" cy="833812"/>
          </a:xfrm>
        </p:spPr>
        <p:txBody>
          <a:bodyPr lIns="91440" tIns="45720" rIns="91440" bIns="45720" anchor="t"/>
          <a:lstStyle/>
          <a:p>
            <a:r>
              <a:rPr lang="de-DE"/>
              <a:t>Nutzerzielgruppen</a:t>
            </a:r>
            <a:endParaRPr lang="de-DE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73F2AF-7C6D-BC03-900F-E6C36CF28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9</a:t>
            </a:fld>
            <a:endParaRPr/>
          </a:p>
        </p:txBody>
      </p:sp>
      <p:pic>
        <p:nvPicPr>
          <p:cNvPr id="6" name="Grafik 5" descr="Ein Bild, das Auto, Landfahrzeug, Fahrzeug, Zeichnung enthält.&#10;&#10;Automatisch generierte Beschreibung">
            <a:extLst>
              <a:ext uri="{FF2B5EF4-FFF2-40B4-BE49-F238E27FC236}">
                <a16:creationId xmlns:a16="http://schemas.microsoft.com/office/drawing/2014/main" id="{0E464379-354C-88D4-79F1-C0AAD64A6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510" y="1334755"/>
            <a:ext cx="5891599" cy="392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16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BF634AA-C153-EFE8-1ECA-88BD81735E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>
            <a:noAutofit/>
          </a:bodyPr>
          <a:lstStyle/>
          <a:p>
            <a:r>
              <a:rPr lang="de-DE">
                <a:latin typeface="Arial"/>
                <a:cs typeface="Arial"/>
              </a:rPr>
              <a:t>Entwicklung der Plattform und die dazugehörigen kosten für die Vermarktung</a:t>
            </a:r>
          </a:p>
          <a:p>
            <a:r>
              <a:rPr lang="de-DE">
                <a:latin typeface="Arial"/>
                <a:cs typeface="Arial"/>
              </a:rPr>
              <a:t>Kosten für Rechtsanwälte und Berater</a:t>
            </a:r>
          </a:p>
          <a:p>
            <a:endParaRPr lang="de-DE">
              <a:latin typeface="Arial"/>
              <a:cs typeface="Arial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D012FFD-3E27-F3A8-A569-5C6BBA16E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de-DE">
                <a:cs typeface="Arial"/>
              </a:rPr>
              <a:t>Finanzplan: Einmalausgaben</a:t>
            </a:r>
            <a:endParaRPr lang="de-DE" err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7974B0-100E-8918-8ACC-F550B2813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359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1E0966A-0960-E8D1-D394-666A19036F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>
            <a:noAutofit/>
          </a:bodyPr>
          <a:lstStyle/>
          <a:p>
            <a:r>
              <a:rPr lang="de-DE">
                <a:latin typeface="Arial"/>
                <a:cs typeface="Arial"/>
              </a:rPr>
              <a:t>Ausgaben</a:t>
            </a:r>
            <a:endParaRPr lang="de-DE"/>
          </a:p>
          <a:p>
            <a:pPr lvl="1"/>
            <a:r>
              <a:rPr lang="de-DE">
                <a:latin typeface="Arial"/>
                <a:cs typeface="Arial"/>
              </a:rPr>
              <a:t>Personal </a:t>
            </a:r>
            <a:endParaRPr lang="de-DE"/>
          </a:p>
          <a:p>
            <a:pPr lvl="1"/>
            <a:r>
              <a:rPr lang="de-DE">
                <a:latin typeface="Arial"/>
                <a:cs typeface="Arial"/>
              </a:rPr>
              <a:t>Wartung und Weiterentwicklung der Applikation</a:t>
            </a:r>
            <a:endParaRPr lang="de-DE"/>
          </a:p>
          <a:p>
            <a:pPr lvl="1"/>
            <a:endParaRPr lang="de-DE">
              <a:latin typeface="Arial"/>
              <a:cs typeface="Arial"/>
            </a:endParaRPr>
          </a:p>
          <a:p>
            <a:r>
              <a:rPr lang="de-DE">
                <a:latin typeface="Arial"/>
                <a:cs typeface="Arial"/>
              </a:rPr>
              <a:t>Einnahmen</a:t>
            </a:r>
            <a:endParaRPr lang="de-DE"/>
          </a:p>
          <a:p>
            <a:pPr lvl="1"/>
            <a:r>
              <a:rPr lang="de-DE">
                <a:latin typeface="Arial"/>
                <a:cs typeface="Arial"/>
              </a:rPr>
              <a:t>Transaktionsgebühr bei Abschluss einer Vermietung</a:t>
            </a:r>
            <a:endParaRPr lang="de-DE"/>
          </a:p>
          <a:p>
            <a:pPr lvl="1"/>
            <a:r>
              <a:rPr lang="de-DE">
                <a:latin typeface="Arial"/>
                <a:cs typeface="Arial"/>
              </a:rPr>
              <a:t>Werbung</a:t>
            </a:r>
            <a:endParaRPr lang="de-DE"/>
          </a:p>
          <a:p>
            <a:pPr lvl="1"/>
            <a:r>
              <a:rPr lang="de-DE">
                <a:latin typeface="Arial"/>
                <a:cs typeface="Arial"/>
              </a:rPr>
              <a:t>Mögliche Premium-Mitgliederbeiträge für erweiterte Funktionen</a:t>
            </a:r>
            <a:endParaRPr lang="en-US">
              <a:latin typeface="Arial"/>
              <a:cs typeface="Arial"/>
            </a:endParaRPr>
          </a:p>
          <a:p>
            <a:pPr lvl="1"/>
            <a:endParaRPr lang="de-DE"/>
          </a:p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E21B780-C51C-9F84-C8FA-3763E597F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de-DE">
                <a:cs typeface="Arial"/>
              </a:rPr>
              <a:t>Finanzplan: Laufender Betrieb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F0F626-E436-A6B8-3F84-DF856B999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2772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F9E8453-28B6-0205-912A-3C78F66D98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000" y="1451113"/>
            <a:ext cx="3717730" cy="4651513"/>
          </a:xfrm>
        </p:spPr>
        <p:txBody>
          <a:bodyPr lIns="91440" tIns="45720" rIns="91440" bIns="45720" anchor="t">
            <a:noAutofit/>
          </a:bodyPr>
          <a:lstStyle/>
          <a:p>
            <a:r>
              <a:rPr lang="de-DE">
                <a:latin typeface="Arial"/>
                <a:cs typeface="Arial"/>
              </a:rPr>
              <a:t>Durchführung von gemeinschaftsbildenden Veranstaltungen</a:t>
            </a:r>
          </a:p>
          <a:p>
            <a:r>
              <a:rPr lang="de-DE">
                <a:latin typeface="Arial"/>
                <a:cs typeface="Arial"/>
              </a:rPr>
              <a:t>Erweiterung der Applikation</a:t>
            </a:r>
          </a:p>
          <a:p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B6EBD6C-AE68-7110-78C3-A908CB249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de-DE">
                <a:cs typeface="Arial"/>
              </a:rPr>
              <a:t>Finanzplan: Reinvestition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CD040F-5779-9F92-A4A8-3AFF500D8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12</a:t>
            </a:fld>
            <a:endParaRPr/>
          </a:p>
        </p:txBody>
      </p:sp>
      <p:pic>
        <p:nvPicPr>
          <p:cNvPr id="6" name="Grafik 5" descr="Ein Bild, das Text, Kreis, Entwurf, Zeichnung enthält.&#10;&#10;Automatisch generierte Beschreibung">
            <a:extLst>
              <a:ext uri="{FF2B5EF4-FFF2-40B4-BE49-F238E27FC236}">
                <a16:creationId xmlns:a16="http://schemas.microsoft.com/office/drawing/2014/main" id="{983ADE20-20EA-2B66-7609-55008D44A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714" y="1506718"/>
            <a:ext cx="5807675" cy="348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974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D2D1213-B8B7-6648-B237-2E995412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de-DE">
                <a:cs typeface="Arial"/>
              </a:rPr>
              <a:t>Was Sie für uns tun können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E47AAB-2147-4D32-F23A-8812ACCA1E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err="1"/>
              <a:t>Seite</a:t>
            </a:r>
            <a:r>
              <a:rPr lang="en-GB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13</a:t>
            </a:fld>
            <a:endParaRPr/>
          </a:p>
        </p:txBody>
      </p:sp>
      <p:pic>
        <p:nvPicPr>
          <p:cNvPr id="7" name="Grafik 6" descr="Dollar geldsack auf einer hand - Kostenlose handel Icons">
            <a:extLst>
              <a:ext uri="{FF2B5EF4-FFF2-40B4-BE49-F238E27FC236}">
                <a16:creationId xmlns:a16="http://schemas.microsoft.com/office/drawing/2014/main" id="{1B18DF28-7DD3-AD4B-E241-D53677B30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42" y="1710249"/>
            <a:ext cx="3695079" cy="3823868"/>
          </a:xfrm>
          <a:prstGeom prst="rect">
            <a:avLst/>
          </a:prstGeom>
        </p:spPr>
      </p:pic>
      <p:sp>
        <p:nvSpPr>
          <p:cNvPr id="10" name="Textplatzhalter 1">
            <a:extLst>
              <a:ext uri="{FF2B5EF4-FFF2-40B4-BE49-F238E27FC236}">
                <a16:creationId xmlns:a16="http://schemas.microsoft.com/office/drawing/2014/main" id="{9DD343B6-D9DA-0876-78B1-2410A7CFF2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000" y="1451113"/>
            <a:ext cx="3717730" cy="4651513"/>
          </a:xfrm>
        </p:spPr>
        <p:txBody>
          <a:bodyPr lIns="91440" tIns="45720" rIns="91440" bIns="45720" anchor="t">
            <a:noAutofit/>
          </a:bodyPr>
          <a:lstStyle/>
          <a:p>
            <a:r>
              <a:rPr lang="de-DE">
                <a:latin typeface="Arial"/>
                <a:cs typeface="Arial"/>
              </a:rPr>
              <a:t>Investieren Sie in unsere Idee und damit in eine nachhaltige Zukunft</a:t>
            </a:r>
          </a:p>
          <a:p>
            <a:endParaRPr lang="de-DE">
              <a:latin typeface="Arial"/>
              <a:cs typeface="Arial"/>
            </a:endParaRPr>
          </a:p>
          <a:p>
            <a:endParaRPr lang="de-DE"/>
          </a:p>
          <a:p>
            <a:endParaRPr lang="de-DE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8695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46478F0-ECBE-5B48-B3A9-77DAF460436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09215" y="278106"/>
            <a:ext cx="5686785" cy="1225806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ts val="4000"/>
              </a:lnSpc>
              <a:spcBef>
                <a:spcPts val="0"/>
              </a:spcBef>
              <a:buNone/>
            </a:pPr>
            <a:r>
              <a:rPr lang="de-DE" sz="3600" b="1" noProof="0">
                <a:latin typeface="+mj-lt"/>
              </a:rPr>
              <a:t>Vielen Dank für Ihre Aufmerksamkeit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B40FCF-8BB5-E9C4-0AE2-6BCD4F74AB90}"/>
              </a:ext>
            </a:extLst>
          </p:cNvPr>
          <p:cNvSpPr txBox="1">
            <a:spLocks/>
          </p:cNvSpPr>
          <p:nvPr/>
        </p:nvSpPr>
        <p:spPr>
          <a:xfrm>
            <a:off x="348168" y="5321159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Vortragende: Karla </a:t>
            </a:r>
            <a:r>
              <a:rPr lang="de-DE" err="1"/>
              <a:t>Tschavoll</a:t>
            </a:r>
            <a:r>
              <a:rPr lang="de-DE"/>
              <a:t>, Michael Geuze, Stefan Mangold</a:t>
            </a:r>
          </a:p>
          <a:p>
            <a:endParaRPr lang="de-DE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3869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FHV_Farbpalette 1">
      <a:dk1>
        <a:srgbClr val="000000"/>
      </a:dk1>
      <a:lt1>
        <a:srgbClr val="FFFFFF"/>
      </a:lt1>
      <a:dk2>
        <a:srgbClr val="000000"/>
      </a:dk2>
      <a:lt2>
        <a:srgbClr val="FEFFFF"/>
      </a:lt2>
      <a:accent1>
        <a:srgbClr val="C0A1CB"/>
      </a:accent1>
      <a:accent2>
        <a:srgbClr val="ED6E4B"/>
      </a:accent2>
      <a:accent3>
        <a:srgbClr val="FFDB5F"/>
      </a:accent3>
      <a:accent4>
        <a:srgbClr val="99CEF1"/>
      </a:accent4>
      <a:accent5>
        <a:srgbClr val="000000"/>
      </a:accent5>
      <a:accent6>
        <a:srgbClr val="FEFFFF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</vt:lpstr>
      <vt:lpstr>PowerPoint Presentation</vt:lpstr>
      <vt:lpstr>Agenda</vt:lpstr>
      <vt:lpstr>Problembeschreibung </vt:lpstr>
      <vt:lpstr>Grundlegendes Konzept </vt:lpstr>
      <vt:lpstr>Grundlegendes Konzept: Rollen</vt:lpstr>
      <vt:lpstr>Erste Einblicke: Unser Prototyp</vt:lpstr>
      <vt:lpstr>PowerPoint Presentation</vt:lpstr>
      <vt:lpstr>Erwarteter positiver Impact</vt:lpstr>
      <vt:lpstr>Nutzerzielgruppen</vt:lpstr>
      <vt:lpstr>Finanzplan: Einmalausgaben</vt:lpstr>
      <vt:lpstr>Finanzplan: Laufender Betrieb</vt:lpstr>
      <vt:lpstr>Finanzplan: Reinvestition</vt:lpstr>
      <vt:lpstr>Was Sie für uns tun können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 User</dc:creator>
  <cp:revision>1</cp:revision>
  <dcterms:created xsi:type="dcterms:W3CDTF">2021-08-26T08:13:56Z</dcterms:created>
  <dcterms:modified xsi:type="dcterms:W3CDTF">2023-12-21T12:52:33Z</dcterms:modified>
</cp:coreProperties>
</file>